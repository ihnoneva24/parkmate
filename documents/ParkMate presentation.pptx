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1"/>
  </p:notesMasterIdLst>
  <p:sldIdLst>
    <p:sldId id="256" r:id="rId2"/>
    <p:sldId id="259" r:id="rId3"/>
    <p:sldId id="269" r:id="rId4"/>
    <p:sldId id="308" r:id="rId5"/>
    <p:sldId id="309" r:id="rId6"/>
    <p:sldId id="310" r:id="rId7"/>
    <p:sldId id="262" r:id="rId8"/>
    <p:sldId id="311" r:id="rId9"/>
    <p:sldId id="286" r:id="rId10"/>
  </p:sldIdLst>
  <p:sldSz cx="9144000" cy="5143500" type="screen16x9"/>
  <p:notesSz cx="6858000" cy="9144000"/>
  <p:embeddedFontLst>
    <p:embeddedFont>
      <p:font typeface="Albert Sans" panose="020B0604020202020204" charset="0"/>
      <p:regular r:id="rId12"/>
      <p:bold r:id="rId13"/>
      <p:italic r:id="rId14"/>
      <p:boldItalic r:id="rId15"/>
    </p:embeddedFont>
    <p:embeddedFont>
      <p:font typeface="Kumbh Sans" panose="020B0604020202020204" charset="0"/>
      <p:regular r:id="rId16"/>
      <p:bold r:id="rId17"/>
    </p:embeddedFont>
    <p:embeddedFont>
      <p:font typeface="Kumbh Sans Medium" panose="020B0604020202020204" charset="0"/>
      <p:regular r:id="rId18"/>
      <p:bold r:id="rId19"/>
    </p:embeddedFont>
    <p:embeddedFont>
      <p:font typeface="Kumbh Sans SemiBold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020571-8B6C-453F-B1E5-535F26E374F7}">
  <a:tblStyle styleId="{24020571-8B6C-453F-B1E5-535F26E374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6b88ccd6f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6b88ccd6f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046f2858b5_0_1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046f2858b5_0_1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e21fa792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e21fa792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B09F4F09-AB64-0F49-643B-D78AFE982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046f2858b5_0_1603:notes">
            <a:extLst>
              <a:ext uri="{FF2B5EF4-FFF2-40B4-BE49-F238E27FC236}">
                <a16:creationId xmlns:a16="http://schemas.microsoft.com/office/drawing/2014/main" id="{EB1DB4AC-D7E0-1426-F350-7A21C19901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046f2858b5_0_1603:notes">
            <a:extLst>
              <a:ext uri="{FF2B5EF4-FFF2-40B4-BE49-F238E27FC236}">
                <a16:creationId xmlns:a16="http://schemas.microsoft.com/office/drawing/2014/main" id="{6AE32641-3BE8-8608-D49A-7B2517A457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3345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E262D4C5-D346-9AA3-5E69-000C72FD1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046f2858b5_0_1603:notes">
            <a:extLst>
              <a:ext uri="{FF2B5EF4-FFF2-40B4-BE49-F238E27FC236}">
                <a16:creationId xmlns:a16="http://schemas.microsoft.com/office/drawing/2014/main" id="{B34EB5A1-1B28-8C7B-ACEC-B5E97F08CC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046f2858b5_0_1603:notes">
            <a:extLst>
              <a:ext uri="{FF2B5EF4-FFF2-40B4-BE49-F238E27FC236}">
                <a16:creationId xmlns:a16="http://schemas.microsoft.com/office/drawing/2014/main" id="{BF6E9DAD-5FFE-324B-48A4-4E966FB06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7831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fbcc986aba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fbcc986aba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gb1fa4ddd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1" name="Google Shape;2361;gb1fa4ddd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5400000" flipH="1">
            <a:off x="2154750" y="-1799100"/>
            <a:ext cx="4834500" cy="8741700"/>
          </a:xfrm>
          <a:prstGeom prst="roundRect">
            <a:avLst>
              <a:gd name="adj" fmla="val 483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rot="-531">
            <a:off x="1228050" y="2571911"/>
            <a:ext cx="19410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998575" y="423425"/>
            <a:ext cx="5849700" cy="193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400" b="0">
                <a:latin typeface="Kumbh Sans Medium"/>
                <a:ea typeface="Kumbh Sans Medium"/>
                <a:cs typeface="Kumbh Sans Medium"/>
                <a:sym typeface="Kumbh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 rot="-5400000" flipH="1">
            <a:off x="2154750" y="-1799100"/>
            <a:ext cx="4834500" cy="8741700"/>
          </a:xfrm>
          <a:prstGeom prst="roundRect">
            <a:avLst>
              <a:gd name="adj" fmla="val 483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hasCustomPrompt="1"/>
          </p:nvPr>
        </p:nvSpPr>
        <p:spPr>
          <a:xfrm>
            <a:off x="1294763" y="539500"/>
            <a:ext cx="8901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 rot="438">
            <a:off x="1136350" y="2851800"/>
            <a:ext cx="23544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/>
          </p:nvPr>
        </p:nvSpPr>
        <p:spPr>
          <a:xfrm>
            <a:off x="1136338" y="1917950"/>
            <a:ext cx="5505300" cy="79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rot="-5400000" flipH="1">
            <a:off x="2154750" y="-1799100"/>
            <a:ext cx="4834500" cy="8741700"/>
          </a:xfrm>
          <a:prstGeom prst="roundRect">
            <a:avLst>
              <a:gd name="adj" fmla="val 483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1440513" y="3238863"/>
            <a:ext cx="2907600" cy="799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5231100" y="3238863"/>
            <a:ext cx="2907600" cy="799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1155063" y="939563"/>
            <a:ext cx="3478500" cy="6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3"/>
          </p:nvPr>
        </p:nvSpPr>
        <p:spPr>
          <a:xfrm>
            <a:off x="4945650" y="939563"/>
            <a:ext cx="3478500" cy="6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 rot="-5400000" flipH="1">
            <a:off x="2154750" y="-1799100"/>
            <a:ext cx="4834500" cy="8741700"/>
          </a:xfrm>
          <a:prstGeom prst="roundRect">
            <a:avLst>
              <a:gd name="adj" fmla="val 483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/>
          <p:nvPr/>
        </p:nvSpPr>
        <p:spPr>
          <a:xfrm rot="980346">
            <a:off x="7275565" y="240817"/>
            <a:ext cx="2295413" cy="931494"/>
          </a:xfrm>
          <a:custGeom>
            <a:avLst/>
            <a:gdLst/>
            <a:ahLst/>
            <a:cxnLst/>
            <a:rect l="l" t="t" r="r" b="b"/>
            <a:pathLst>
              <a:path w="155696" h="41976" extrusionOk="0">
                <a:moveTo>
                  <a:pt x="0" y="0"/>
                </a:moveTo>
                <a:cubicBezTo>
                  <a:pt x="3186" y="3302"/>
                  <a:pt x="6140" y="15986"/>
                  <a:pt x="19115" y="19809"/>
                </a:cubicBezTo>
                <a:cubicBezTo>
                  <a:pt x="32090" y="23632"/>
                  <a:pt x="64236" y="19288"/>
                  <a:pt x="77848" y="22937"/>
                </a:cubicBezTo>
                <a:cubicBezTo>
                  <a:pt x="91460" y="26586"/>
                  <a:pt x="87810" y="39966"/>
                  <a:pt x="100785" y="41704"/>
                </a:cubicBezTo>
                <a:cubicBezTo>
                  <a:pt x="113760" y="43442"/>
                  <a:pt x="146544" y="34753"/>
                  <a:pt x="155696" y="33363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" name="Google Shape;31;p6"/>
          <p:cNvSpPr/>
          <p:nvPr/>
        </p:nvSpPr>
        <p:spPr>
          <a:xfrm>
            <a:off x="8062449" y="3423200"/>
            <a:ext cx="1451364" cy="1833253"/>
          </a:xfrm>
          <a:custGeom>
            <a:avLst/>
            <a:gdLst/>
            <a:ahLst/>
            <a:cxnLst/>
            <a:rect l="l" t="t" r="r" b="b"/>
            <a:pathLst>
              <a:path w="101494" h="94182" extrusionOk="0">
                <a:moveTo>
                  <a:pt x="709" y="94182"/>
                </a:moveTo>
                <a:cubicBezTo>
                  <a:pt x="1115" y="91402"/>
                  <a:pt x="-2245" y="83120"/>
                  <a:pt x="3142" y="77501"/>
                </a:cubicBezTo>
                <a:cubicBezTo>
                  <a:pt x="8529" y="71883"/>
                  <a:pt x="26195" y="70665"/>
                  <a:pt x="33030" y="60471"/>
                </a:cubicBezTo>
                <a:cubicBezTo>
                  <a:pt x="39865" y="50277"/>
                  <a:pt x="32740" y="26414"/>
                  <a:pt x="44151" y="16335"/>
                </a:cubicBezTo>
                <a:cubicBezTo>
                  <a:pt x="55562" y="6257"/>
                  <a:pt x="91937" y="2723"/>
                  <a:pt x="101494" y="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1728475" y="488725"/>
            <a:ext cx="5703900" cy="5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/>
          <p:nvPr/>
        </p:nvSpPr>
        <p:spPr>
          <a:xfrm rot="-5400000" flipH="1">
            <a:off x="2154750" y="-1799100"/>
            <a:ext cx="4834500" cy="8741700"/>
          </a:xfrm>
          <a:prstGeom prst="roundRect">
            <a:avLst>
              <a:gd name="adj" fmla="val 483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ctrTitle"/>
          </p:nvPr>
        </p:nvSpPr>
        <p:spPr>
          <a:xfrm>
            <a:off x="2053750" y="619750"/>
            <a:ext cx="5159400" cy="11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0" name="Google Shape;180;p26"/>
          <p:cNvSpPr txBox="1"/>
          <p:nvPr/>
        </p:nvSpPr>
        <p:spPr>
          <a:xfrm>
            <a:off x="2963750" y="3229560"/>
            <a:ext cx="3216600" cy="8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1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181" name="Google Shape;181;p26"/>
          <p:cNvSpPr txBox="1">
            <a:spLocks noGrp="1"/>
          </p:cNvSpPr>
          <p:nvPr>
            <p:ph type="subTitle" idx="1"/>
          </p:nvPr>
        </p:nvSpPr>
        <p:spPr>
          <a:xfrm>
            <a:off x="2907713" y="1911450"/>
            <a:ext cx="34515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2" name="Google Shape;182;p26"/>
          <p:cNvSpPr txBox="1">
            <a:spLocks noGrp="1"/>
          </p:cNvSpPr>
          <p:nvPr>
            <p:ph type="subTitle" idx="2"/>
          </p:nvPr>
        </p:nvSpPr>
        <p:spPr>
          <a:xfrm rot="-1215">
            <a:off x="2924450" y="4184129"/>
            <a:ext cx="33951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/>
          <p:nvPr/>
        </p:nvSpPr>
        <p:spPr>
          <a:xfrm rot="-5400000" flipH="1">
            <a:off x="2154750" y="-1799100"/>
            <a:ext cx="4834500" cy="8741700"/>
          </a:xfrm>
          <a:prstGeom prst="roundRect">
            <a:avLst>
              <a:gd name="adj" fmla="val 483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7"/>
          <p:cNvSpPr/>
          <p:nvPr/>
        </p:nvSpPr>
        <p:spPr>
          <a:xfrm>
            <a:off x="3152925" y="143425"/>
            <a:ext cx="1752250" cy="4863375"/>
          </a:xfrm>
          <a:custGeom>
            <a:avLst/>
            <a:gdLst/>
            <a:ahLst/>
            <a:cxnLst/>
            <a:rect l="l" t="t" r="r" b="b"/>
            <a:pathLst>
              <a:path w="70090" h="194535" extrusionOk="0">
                <a:moveTo>
                  <a:pt x="70090" y="194535"/>
                </a:moveTo>
                <a:cubicBezTo>
                  <a:pt x="68064" y="192111"/>
                  <a:pt x="61746" y="187343"/>
                  <a:pt x="57931" y="179992"/>
                </a:cubicBezTo>
                <a:cubicBezTo>
                  <a:pt x="54117" y="172641"/>
                  <a:pt x="46686" y="165132"/>
                  <a:pt x="47203" y="150431"/>
                </a:cubicBezTo>
                <a:cubicBezTo>
                  <a:pt x="47720" y="135730"/>
                  <a:pt x="65958" y="112088"/>
                  <a:pt x="61031" y="91784"/>
                </a:cubicBezTo>
                <a:cubicBezTo>
                  <a:pt x="56104" y="71480"/>
                  <a:pt x="27814" y="43905"/>
                  <a:pt x="17642" y="28608"/>
                </a:cubicBezTo>
                <a:cubicBezTo>
                  <a:pt x="7470" y="13311"/>
                  <a:pt x="2940" y="4768"/>
                  <a:pt x="0" y="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86" name="Google Shape;186;p27"/>
          <p:cNvSpPr/>
          <p:nvPr/>
        </p:nvSpPr>
        <p:spPr>
          <a:xfrm>
            <a:off x="4374725" y="143425"/>
            <a:ext cx="2842775" cy="1710525"/>
          </a:xfrm>
          <a:custGeom>
            <a:avLst/>
            <a:gdLst/>
            <a:ahLst/>
            <a:cxnLst/>
            <a:rect l="l" t="t" r="r" b="b"/>
            <a:pathLst>
              <a:path w="113711" h="68421" extrusionOk="0">
                <a:moveTo>
                  <a:pt x="0" y="68421"/>
                </a:moveTo>
                <a:cubicBezTo>
                  <a:pt x="3775" y="62620"/>
                  <a:pt x="5245" y="40766"/>
                  <a:pt x="22648" y="33614"/>
                </a:cubicBezTo>
                <a:cubicBezTo>
                  <a:pt x="40051" y="26462"/>
                  <a:pt x="89401" y="31110"/>
                  <a:pt x="104420" y="25508"/>
                </a:cubicBezTo>
                <a:cubicBezTo>
                  <a:pt x="119439" y="19906"/>
                  <a:pt x="111373" y="4251"/>
                  <a:pt x="112764" y="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87" name="Google Shape;187;p27"/>
          <p:cNvSpPr/>
          <p:nvPr/>
        </p:nvSpPr>
        <p:spPr>
          <a:xfrm>
            <a:off x="14325" y="3891650"/>
            <a:ext cx="4713895" cy="915150"/>
          </a:xfrm>
          <a:custGeom>
            <a:avLst/>
            <a:gdLst/>
            <a:ahLst/>
            <a:cxnLst/>
            <a:rect l="l" t="t" r="r" b="b"/>
            <a:pathLst>
              <a:path w="187115" h="36606" extrusionOk="0">
                <a:moveTo>
                  <a:pt x="187115" y="36606"/>
                </a:moveTo>
                <a:cubicBezTo>
                  <a:pt x="183294" y="33645"/>
                  <a:pt x="178996" y="20464"/>
                  <a:pt x="164191" y="18840"/>
                </a:cubicBezTo>
                <a:cubicBezTo>
                  <a:pt x="149386" y="17216"/>
                  <a:pt x="114953" y="29968"/>
                  <a:pt x="98285" y="26864"/>
                </a:cubicBezTo>
                <a:cubicBezTo>
                  <a:pt x="81618" y="23760"/>
                  <a:pt x="78084" y="1934"/>
                  <a:pt x="64186" y="215"/>
                </a:cubicBezTo>
                <a:cubicBezTo>
                  <a:pt x="50289" y="-1504"/>
                  <a:pt x="25598" y="13348"/>
                  <a:pt x="14900" y="16548"/>
                </a:cubicBezTo>
                <a:cubicBezTo>
                  <a:pt x="4202" y="19748"/>
                  <a:pt x="2483" y="18936"/>
                  <a:pt x="0" y="19414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/>
          <p:nvPr/>
        </p:nvSpPr>
        <p:spPr>
          <a:xfrm rot="-5400000" flipH="1">
            <a:off x="2154750" y="-1799100"/>
            <a:ext cx="4834500" cy="8741700"/>
          </a:xfrm>
          <a:prstGeom prst="roundRect">
            <a:avLst>
              <a:gd name="adj" fmla="val 483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8"/>
          <p:cNvSpPr/>
          <p:nvPr/>
        </p:nvSpPr>
        <p:spPr>
          <a:xfrm>
            <a:off x="-199825" y="2931350"/>
            <a:ext cx="5546529" cy="1891000"/>
          </a:xfrm>
          <a:custGeom>
            <a:avLst/>
            <a:gdLst/>
            <a:ahLst/>
            <a:cxnLst/>
            <a:rect l="l" t="t" r="r" b="b"/>
            <a:pathLst>
              <a:path w="199193" h="75640" extrusionOk="0">
                <a:moveTo>
                  <a:pt x="199193" y="43402"/>
                </a:moveTo>
                <a:cubicBezTo>
                  <a:pt x="189770" y="44509"/>
                  <a:pt x="161247" y="44710"/>
                  <a:pt x="142655" y="50045"/>
                </a:cubicBezTo>
                <a:cubicBezTo>
                  <a:pt x="124063" y="55381"/>
                  <a:pt x="100817" y="78137"/>
                  <a:pt x="87639" y="75415"/>
                </a:cubicBezTo>
                <a:cubicBezTo>
                  <a:pt x="74461" y="72693"/>
                  <a:pt x="73124" y="40025"/>
                  <a:pt x="63586" y="33711"/>
                </a:cubicBezTo>
                <a:cubicBezTo>
                  <a:pt x="54048" y="27397"/>
                  <a:pt x="41008" y="43152"/>
                  <a:pt x="30410" y="37533"/>
                </a:cubicBezTo>
                <a:cubicBezTo>
                  <a:pt x="19812" y="31915"/>
                  <a:pt x="5068" y="6256"/>
                  <a:pt x="0" y="0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91" name="Google Shape;191;p28"/>
          <p:cNvSpPr/>
          <p:nvPr/>
        </p:nvSpPr>
        <p:spPr>
          <a:xfrm>
            <a:off x="4995800" y="-26075"/>
            <a:ext cx="4761200" cy="1781400"/>
          </a:xfrm>
          <a:custGeom>
            <a:avLst/>
            <a:gdLst/>
            <a:ahLst/>
            <a:cxnLst/>
            <a:rect l="l" t="t" r="r" b="b"/>
            <a:pathLst>
              <a:path w="190448" h="71256" extrusionOk="0">
                <a:moveTo>
                  <a:pt x="0" y="0"/>
                </a:moveTo>
                <a:cubicBezTo>
                  <a:pt x="7704" y="4634"/>
                  <a:pt x="33537" y="16103"/>
                  <a:pt x="46222" y="27803"/>
                </a:cubicBezTo>
                <a:cubicBezTo>
                  <a:pt x="58907" y="39503"/>
                  <a:pt x="52072" y="65105"/>
                  <a:pt x="76110" y="70202"/>
                </a:cubicBezTo>
                <a:cubicBezTo>
                  <a:pt x="100148" y="75299"/>
                  <a:pt x="171392" y="60355"/>
                  <a:pt x="190448" y="58386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6" r:id="rId5"/>
    <p:sldLayoutId id="2147483658" r:id="rId6"/>
    <p:sldLayoutId id="2147483672" r:id="rId7"/>
    <p:sldLayoutId id="2147483673" r:id="rId8"/>
    <p:sldLayoutId id="2147483674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>
          <p15:clr>
            <a:srgbClr val="EA4335"/>
          </p15:clr>
        </p15:guide>
        <p15:guide id="3" pos="5760">
          <p15:clr>
            <a:srgbClr val="EA4335"/>
          </p15:clr>
        </p15:guide>
        <p15:guide id="4" pos="449">
          <p15:clr>
            <a:srgbClr val="EA4335"/>
          </p15:clr>
        </p15:guide>
        <p15:guide id="5" pos="5311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orient="horz" pos="340">
          <p15:clr>
            <a:srgbClr val="EA4335"/>
          </p15:clr>
        </p15:guide>
        <p15:guide id="8" orient="horz">
          <p15:clr>
            <a:srgbClr val="EA4335"/>
          </p15:clr>
        </p15:guide>
        <p15:guide id="9" orient="horz" pos="2897">
          <p15:clr>
            <a:srgbClr val="EA4335"/>
          </p15:clr>
        </p15:guide>
        <p15:guide id="10" orient="horz" pos="32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.xml"/><Relationship Id="rId4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slide" Target="slide2.xml"/><Relationship Id="rId4" Type="http://schemas.openxmlformats.org/officeDocument/2006/relationships/slide" Target="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/>
          <p:nvPr/>
        </p:nvSpPr>
        <p:spPr>
          <a:xfrm>
            <a:off x="5267988" y="1699594"/>
            <a:ext cx="2231400" cy="629400"/>
          </a:xfrm>
          <a:prstGeom prst="roundRect">
            <a:avLst>
              <a:gd name="adj" fmla="val 29059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2"/>
          <p:cNvSpPr txBox="1">
            <a:spLocks noGrp="1"/>
          </p:cNvSpPr>
          <p:nvPr>
            <p:ph type="subTitle" idx="1"/>
          </p:nvPr>
        </p:nvSpPr>
        <p:spPr>
          <a:xfrm rot="-531">
            <a:off x="5462424" y="1699744"/>
            <a:ext cx="19410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Без напрежение с решение !!</a:t>
            </a:r>
            <a:endParaRPr dirty="0"/>
          </a:p>
        </p:txBody>
      </p:sp>
      <p:sp>
        <p:nvSpPr>
          <p:cNvPr id="204" name="Google Shape;204;p32"/>
          <p:cNvSpPr txBox="1">
            <a:spLocks noGrp="1"/>
          </p:cNvSpPr>
          <p:nvPr>
            <p:ph type="ctrTitle"/>
          </p:nvPr>
        </p:nvSpPr>
        <p:spPr>
          <a:xfrm>
            <a:off x="975424" y="585525"/>
            <a:ext cx="6221400" cy="193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000" b="1" dirty="0" err="1">
                <a:solidFill>
                  <a:schemeClr val="dk1"/>
                </a:solidFill>
              </a:rPr>
              <a:t>ParkMate</a:t>
            </a:r>
            <a:r>
              <a:rPr lang="en-US" sz="6000" b="1" dirty="0">
                <a:solidFill>
                  <a:schemeClr val="dk1"/>
                </a:solidFill>
              </a:rPr>
              <a:t> </a:t>
            </a:r>
            <a:endParaRPr sz="6000" b="1" dirty="0">
              <a:solidFill>
                <a:schemeClr val="dk1"/>
              </a:solidFill>
            </a:endParaRPr>
          </a:p>
        </p:txBody>
      </p:sp>
      <p:sp>
        <p:nvSpPr>
          <p:cNvPr id="205" name="Google Shape;205;p32"/>
          <p:cNvSpPr/>
          <p:nvPr/>
        </p:nvSpPr>
        <p:spPr>
          <a:xfrm>
            <a:off x="-73175" y="3738750"/>
            <a:ext cx="4042645" cy="969828"/>
          </a:xfrm>
          <a:custGeom>
            <a:avLst/>
            <a:gdLst/>
            <a:ahLst/>
            <a:cxnLst/>
            <a:rect l="l" t="t" r="r" b="b"/>
            <a:pathLst>
              <a:path w="192278" h="62499" extrusionOk="0">
                <a:moveTo>
                  <a:pt x="0" y="40973"/>
                </a:moveTo>
                <a:cubicBezTo>
                  <a:pt x="13773" y="50612"/>
                  <a:pt x="30583" y="55370"/>
                  <a:pt x="46826" y="59703"/>
                </a:cubicBezTo>
                <a:cubicBezTo>
                  <a:pt x="58897" y="62923"/>
                  <a:pt x="73210" y="64311"/>
                  <a:pt x="84286" y="58532"/>
                </a:cubicBezTo>
                <a:cubicBezTo>
                  <a:pt x="101182" y="49716"/>
                  <a:pt x="103502" y="25564"/>
                  <a:pt x="114430" y="9951"/>
                </a:cubicBezTo>
                <a:cubicBezTo>
                  <a:pt x="116846" y="6499"/>
                  <a:pt x="118921" y="1917"/>
                  <a:pt x="122918" y="585"/>
                </a:cubicBezTo>
                <a:cubicBezTo>
                  <a:pt x="135098" y="-3475"/>
                  <a:pt x="143911" y="15398"/>
                  <a:pt x="153940" y="23413"/>
                </a:cubicBezTo>
                <a:cubicBezTo>
                  <a:pt x="164273" y="31671"/>
                  <a:pt x="179230" y="35829"/>
                  <a:pt x="192278" y="33656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Google Shape;206;p32"/>
          <p:cNvSpPr/>
          <p:nvPr/>
        </p:nvSpPr>
        <p:spPr>
          <a:xfrm>
            <a:off x="3969549" y="2976980"/>
            <a:ext cx="4420800" cy="1731600"/>
          </a:xfrm>
          <a:prstGeom prst="roundRect">
            <a:avLst>
              <a:gd name="adj" fmla="val 25127"/>
            </a:avLst>
          </a:prstGeom>
          <a:solidFill>
            <a:srgbClr val="F0F8FF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7" name="Google Shape;207;p32"/>
          <p:cNvGrpSpPr/>
          <p:nvPr/>
        </p:nvGrpSpPr>
        <p:grpSpPr>
          <a:xfrm>
            <a:off x="4127428" y="2831428"/>
            <a:ext cx="4105039" cy="1693281"/>
            <a:chOff x="6789025" y="1155863"/>
            <a:chExt cx="961300" cy="396525"/>
          </a:xfrm>
        </p:grpSpPr>
        <p:sp>
          <p:nvSpPr>
            <p:cNvPr id="208" name="Google Shape;208;p32"/>
            <p:cNvSpPr/>
            <p:nvPr/>
          </p:nvSpPr>
          <p:spPr>
            <a:xfrm>
              <a:off x="7125150" y="1357263"/>
              <a:ext cx="246725" cy="117600"/>
            </a:xfrm>
            <a:custGeom>
              <a:avLst/>
              <a:gdLst/>
              <a:ahLst/>
              <a:cxnLst/>
              <a:rect l="l" t="t" r="r" b="b"/>
              <a:pathLst>
                <a:path w="9869" h="4704" extrusionOk="0">
                  <a:moveTo>
                    <a:pt x="4694" y="0"/>
                  </a:moveTo>
                  <a:cubicBezTo>
                    <a:pt x="3738" y="0"/>
                    <a:pt x="2951" y="734"/>
                    <a:pt x="2831" y="1685"/>
                  </a:cubicBezTo>
                  <a:cubicBezTo>
                    <a:pt x="2816" y="1685"/>
                    <a:pt x="2801" y="1682"/>
                    <a:pt x="2786" y="1682"/>
                  </a:cubicBezTo>
                  <a:cubicBezTo>
                    <a:pt x="1610" y="1682"/>
                    <a:pt x="657" y="2663"/>
                    <a:pt x="657" y="3874"/>
                  </a:cubicBezTo>
                  <a:cubicBezTo>
                    <a:pt x="657" y="3952"/>
                    <a:pt x="661" y="4028"/>
                    <a:pt x="669" y="4103"/>
                  </a:cubicBezTo>
                  <a:cubicBezTo>
                    <a:pt x="356" y="4169"/>
                    <a:pt x="104" y="4400"/>
                    <a:pt x="1" y="4703"/>
                  </a:cubicBezTo>
                  <a:lnTo>
                    <a:pt x="9786" y="4703"/>
                  </a:lnTo>
                  <a:cubicBezTo>
                    <a:pt x="9840" y="4528"/>
                    <a:pt x="9868" y="4341"/>
                    <a:pt x="9868" y="4148"/>
                  </a:cubicBezTo>
                  <a:cubicBezTo>
                    <a:pt x="9868" y="3217"/>
                    <a:pt x="9206" y="2444"/>
                    <a:pt x="8339" y="2298"/>
                  </a:cubicBezTo>
                  <a:cubicBezTo>
                    <a:pt x="8339" y="2289"/>
                    <a:pt x="8340" y="2279"/>
                    <a:pt x="8340" y="2271"/>
                  </a:cubicBezTo>
                  <a:cubicBezTo>
                    <a:pt x="8340" y="1668"/>
                    <a:pt x="7866" y="1178"/>
                    <a:pt x="7280" y="1178"/>
                  </a:cubicBezTo>
                  <a:cubicBezTo>
                    <a:pt x="6985" y="1178"/>
                    <a:pt x="6719" y="1302"/>
                    <a:pt x="6525" y="1501"/>
                  </a:cubicBezTo>
                  <a:cubicBezTo>
                    <a:pt x="6334" y="641"/>
                    <a:pt x="5587" y="0"/>
                    <a:pt x="4694" y="0"/>
                  </a:cubicBezTo>
                  <a:close/>
                </a:path>
              </a:pathLst>
            </a:custGeom>
            <a:solidFill>
              <a:srgbClr val="D4AF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2"/>
            <p:cNvSpPr/>
            <p:nvPr/>
          </p:nvSpPr>
          <p:spPr>
            <a:xfrm>
              <a:off x="6964650" y="1320188"/>
              <a:ext cx="324625" cy="154775"/>
            </a:xfrm>
            <a:custGeom>
              <a:avLst/>
              <a:gdLst/>
              <a:ahLst/>
              <a:cxnLst/>
              <a:rect l="l" t="t" r="r" b="b"/>
              <a:pathLst>
                <a:path w="12985" h="6191" extrusionOk="0">
                  <a:moveTo>
                    <a:pt x="6178" y="1"/>
                  </a:moveTo>
                  <a:cubicBezTo>
                    <a:pt x="4919" y="1"/>
                    <a:pt x="3884" y="966"/>
                    <a:pt x="3726" y="2217"/>
                  </a:cubicBezTo>
                  <a:cubicBezTo>
                    <a:pt x="3705" y="2216"/>
                    <a:pt x="3686" y="2214"/>
                    <a:pt x="3666" y="2214"/>
                  </a:cubicBezTo>
                  <a:cubicBezTo>
                    <a:pt x="2119" y="2214"/>
                    <a:pt x="865" y="3505"/>
                    <a:pt x="865" y="5098"/>
                  </a:cubicBezTo>
                  <a:cubicBezTo>
                    <a:pt x="865" y="5200"/>
                    <a:pt x="871" y="5301"/>
                    <a:pt x="881" y="5400"/>
                  </a:cubicBezTo>
                  <a:cubicBezTo>
                    <a:pt x="470" y="5487"/>
                    <a:pt x="138" y="5791"/>
                    <a:pt x="1" y="6191"/>
                  </a:cubicBezTo>
                  <a:lnTo>
                    <a:pt x="12877" y="6191"/>
                  </a:lnTo>
                  <a:cubicBezTo>
                    <a:pt x="12945" y="5959"/>
                    <a:pt x="12984" y="5714"/>
                    <a:pt x="12984" y="5458"/>
                  </a:cubicBezTo>
                  <a:cubicBezTo>
                    <a:pt x="12985" y="4229"/>
                    <a:pt x="12114" y="3213"/>
                    <a:pt x="10973" y="3021"/>
                  </a:cubicBezTo>
                  <a:cubicBezTo>
                    <a:pt x="10974" y="3010"/>
                    <a:pt x="10974" y="2998"/>
                    <a:pt x="10974" y="2987"/>
                  </a:cubicBezTo>
                  <a:cubicBezTo>
                    <a:pt x="10974" y="2192"/>
                    <a:pt x="10350" y="1549"/>
                    <a:pt x="9579" y="1549"/>
                  </a:cubicBezTo>
                  <a:cubicBezTo>
                    <a:pt x="9191" y="1549"/>
                    <a:pt x="8840" y="1713"/>
                    <a:pt x="8588" y="1974"/>
                  </a:cubicBezTo>
                  <a:cubicBezTo>
                    <a:pt x="8335" y="844"/>
                    <a:pt x="7353" y="1"/>
                    <a:pt x="6178" y="1"/>
                  </a:cubicBezTo>
                  <a:close/>
                </a:path>
              </a:pathLst>
            </a:custGeom>
            <a:solidFill>
              <a:srgbClr val="BEA0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2"/>
            <p:cNvSpPr/>
            <p:nvPr/>
          </p:nvSpPr>
          <p:spPr>
            <a:xfrm>
              <a:off x="7489075" y="1362288"/>
              <a:ext cx="246700" cy="117625"/>
            </a:xfrm>
            <a:custGeom>
              <a:avLst/>
              <a:gdLst/>
              <a:ahLst/>
              <a:cxnLst/>
              <a:rect l="l" t="t" r="r" b="b"/>
              <a:pathLst>
                <a:path w="9868" h="4705" extrusionOk="0">
                  <a:moveTo>
                    <a:pt x="4694" y="1"/>
                  </a:moveTo>
                  <a:cubicBezTo>
                    <a:pt x="3738" y="1"/>
                    <a:pt x="2951" y="736"/>
                    <a:pt x="2831" y="1685"/>
                  </a:cubicBezTo>
                  <a:cubicBezTo>
                    <a:pt x="2816" y="1685"/>
                    <a:pt x="2801" y="1683"/>
                    <a:pt x="2785" y="1683"/>
                  </a:cubicBezTo>
                  <a:cubicBezTo>
                    <a:pt x="1610" y="1683"/>
                    <a:pt x="657" y="2664"/>
                    <a:pt x="657" y="3875"/>
                  </a:cubicBezTo>
                  <a:cubicBezTo>
                    <a:pt x="657" y="3953"/>
                    <a:pt x="661" y="4030"/>
                    <a:pt x="669" y="4104"/>
                  </a:cubicBezTo>
                  <a:cubicBezTo>
                    <a:pt x="356" y="4171"/>
                    <a:pt x="104" y="4401"/>
                    <a:pt x="1" y="4705"/>
                  </a:cubicBezTo>
                  <a:lnTo>
                    <a:pt x="9786" y="4705"/>
                  </a:lnTo>
                  <a:cubicBezTo>
                    <a:pt x="9840" y="4528"/>
                    <a:pt x="9868" y="4342"/>
                    <a:pt x="9868" y="4148"/>
                  </a:cubicBezTo>
                  <a:cubicBezTo>
                    <a:pt x="9868" y="3217"/>
                    <a:pt x="9205" y="2444"/>
                    <a:pt x="8339" y="2298"/>
                  </a:cubicBezTo>
                  <a:cubicBezTo>
                    <a:pt x="8339" y="2289"/>
                    <a:pt x="8340" y="2279"/>
                    <a:pt x="8340" y="2272"/>
                  </a:cubicBezTo>
                  <a:cubicBezTo>
                    <a:pt x="8340" y="1668"/>
                    <a:pt x="7866" y="1179"/>
                    <a:pt x="7280" y="1179"/>
                  </a:cubicBezTo>
                  <a:cubicBezTo>
                    <a:pt x="6985" y="1179"/>
                    <a:pt x="6719" y="1304"/>
                    <a:pt x="6525" y="1502"/>
                  </a:cubicBezTo>
                  <a:cubicBezTo>
                    <a:pt x="6333" y="642"/>
                    <a:pt x="5587" y="1"/>
                    <a:pt x="4694" y="1"/>
                  </a:cubicBezTo>
                  <a:close/>
                </a:path>
              </a:pathLst>
            </a:custGeom>
            <a:solidFill>
              <a:srgbClr val="D4AF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2"/>
            <p:cNvSpPr/>
            <p:nvPr/>
          </p:nvSpPr>
          <p:spPr>
            <a:xfrm>
              <a:off x="7328575" y="1325188"/>
              <a:ext cx="324625" cy="154775"/>
            </a:xfrm>
            <a:custGeom>
              <a:avLst/>
              <a:gdLst/>
              <a:ahLst/>
              <a:cxnLst/>
              <a:rect l="l" t="t" r="r" b="b"/>
              <a:pathLst>
                <a:path w="12985" h="6191" extrusionOk="0">
                  <a:moveTo>
                    <a:pt x="6178" y="1"/>
                  </a:moveTo>
                  <a:cubicBezTo>
                    <a:pt x="4919" y="1"/>
                    <a:pt x="3883" y="968"/>
                    <a:pt x="3726" y="2219"/>
                  </a:cubicBezTo>
                  <a:cubicBezTo>
                    <a:pt x="3705" y="2218"/>
                    <a:pt x="3685" y="2214"/>
                    <a:pt x="3666" y="2214"/>
                  </a:cubicBezTo>
                  <a:cubicBezTo>
                    <a:pt x="2119" y="2214"/>
                    <a:pt x="865" y="3505"/>
                    <a:pt x="865" y="5099"/>
                  </a:cubicBezTo>
                  <a:cubicBezTo>
                    <a:pt x="865" y="5199"/>
                    <a:pt x="870" y="5302"/>
                    <a:pt x="881" y="5401"/>
                  </a:cubicBezTo>
                  <a:cubicBezTo>
                    <a:pt x="470" y="5486"/>
                    <a:pt x="137" y="5790"/>
                    <a:pt x="1" y="6191"/>
                  </a:cubicBezTo>
                  <a:lnTo>
                    <a:pt x="12877" y="6191"/>
                  </a:lnTo>
                  <a:cubicBezTo>
                    <a:pt x="12945" y="5960"/>
                    <a:pt x="12984" y="5714"/>
                    <a:pt x="12984" y="5459"/>
                  </a:cubicBezTo>
                  <a:cubicBezTo>
                    <a:pt x="12985" y="4230"/>
                    <a:pt x="12114" y="3214"/>
                    <a:pt x="10973" y="3022"/>
                  </a:cubicBezTo>
                  <a:cubicBezTo>
                    <a:pt x="10974" y="3011"/>
                    <a:pt x="10974" y="2999"/>
                    <a:pt x="10974" y="2987"/>
                  </a:cubicBezTo>
                  <a:cubicBezTo>
                    <a:pt x="10974" y="2193"/>
                    <a:pt x="10350" y="1550"/>
                    <a:pt x="9579" y="1550"/>
                  </a:cubicBezTo>
                  <a:cubicBezTo>
                    <a:pt x="9191" y="1550"/>
                    <a:pt x="8839" y="1714"/>
                    <a:pt x="8588" y="1975"/>
                  </a:cubicBezTo>
                  <a:cubicBezTo>
                    <a:pt x="8335" y="845"/>
                    <a:pt x="7354" y="1"/>
                    <a:pt x="6178" y="1"/>
                  </a:cubicBezTo>
                  <a:close/>
                </a:path>
              </a:pathLst>
            </a:custGeom>
            <a:solidFill>
              <a:srgbClr val="BEA0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2"/>
            <p:cNvSpPr/>
            <p:nvPr/>
          </p:nvSpPr>
          <p:spPr>
            <a:xfrm>
              <a:off x="6850050" y="1374563"/>
              <a:ext cx="210450" cy="100325"/>
            </a:xfrm>
            <a:custGeom>
              <a:avLst/>
              <a:gdLst/>
              <a:ahLst/>
              <a:cxnLst/>
              <a:rect l="l" t="t" r="r" b="b"/>
              <a:pathLst>
                <a:path w="8418" h="4013" extrusionOk="0">
                  <a:moveTo>
                    <a:pt x="4006" y="1"/>
                  </a:moveTo>
                  <a:cubicBezTo>
                    <a:pt x="3190" y="1"/>
                    <a:pt x="2519" y="627"/>
                    <a:pt x="2416" y="1439"/>
                  </a:cubicBezTo>
                  <a:cubicBezTo>
                    <a:pt x="2402" y="1439"/>
                    <a:pt x="2390" y="1436"/>
                    <a:pt x="2376" y="1436"/>
                  </a:cubicBezTo>
                  <a:cubicBezTo>
                    <a:pt x="1374" y="1436"/>
                    <a:pt x="561" y="2274"/>
                    <a:pt x="561" y="3305"/>
                  </a:cubicBezTo>
                  <a:cubicBezTo>
                    <a:pt x="561" y="3371"/>
                    <a:pt x="565" y="3437"/>
                    <a:pt x="571" y="3500"/>
                  </a:cubicBezTo>
                  <a:cubicBezTo>
                    <a:pt x="306" y="3556"/>
                    <a:pt x="89" y="3754"/>
                    <a:pt x="1" y="4012"/>
                  </a:cubicBezTo>
                  <a:lnTo>
                    <a:pt x="8347" y="4012"/>
                  </a:lnTo>
                  <a:cubicBezTo>
                    <a:pt x="8393" y="3863"/>
                    <a:pt x="8417" y="3702"/>
                    <a:pt x="8417" y="3539"/>
                  </a:cubicBezTo>
                  <a:cubicBezTo>
                    <a:pt x="8418" y="2743"/>
                    <a:pt x="7854" y="2085"/>
                    <a:pt x="7113" y="1961"/>
                  </a:cubicBezTo>
                  <a:cubicBezTo>
                    <a:pt x="7113" y="1953"/>
                    <a:pt x="7115" y="1945"/>
                    <a:pt x="7115" y="1938"/>
                  </a:cubicBezTo>
                  <a:cubicBezTo>
                    <a:pt x="7115" y="1423"/>
                    <a:pt x="6710" y="1006"/>
                    <a:pt x="6210" y="1006"/>
                  </a:cubicBezTo>
                  <a:cubicBezTo>
                    <a:pt x="5958" y="1006"/>
                    <a:pt x="5732" y="1110"/>
                    <a:pt x="5568" y="1281"/>
                  </a:cubicBezTo>
                  <a:cubicBezTo>
                    <a:pt x="5403" y="548"/>
                    <a:pt x="4766" y="1"/>
                    <a:pt x="4006" y="1"/>
                  </a:cubicBezTo>
                  <a:close/>
                </a:path>
              </a:pathLst>
            </a:custGeom>
            <a:solidFill>
              <a:srgbClr val="D4AF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2"/>
            <p:cNvSpPr/>
            <p:nvPr/>
          </p:nvSpPr>
          <p:spPr>
            <a:xfrm>
              <a:off x="6821625" y="1394638"/>
              <a:ext cx="168425" cy="80275"/>
            </a:xfrm>
            <a:custGeom>
              <a:avLst/>
              <a:gdLst/>
              <a:ahLst/>
              <a:cxnLst/>
              <a:rect l="l" t="t" r="r" b="b"/>
              <a:pathLst>
                <a:path w="6737" h="3211" extrusionOk="0">
                  <a:moveTo>
                    <a:pt x="3205" y="0"/>
                  </a:moveTo>
                  <a:cubicBezTo>
                    <a:pt x="2552" y="0"/>
                    <a:pt x="2014" y="502"/>
                    <a:pt x="1932" y="1151"/>
                  </a:cubicBezTo>
                  <a:cubicBezTo>
                    <a:pt x="1922" y="1151"/>
                    <a:pt x="1911" y="1149"/>
                    <a:pt x="1901" y="1149"/>
                  </a:cubicBezTo>
                  <a:cubicBezTo>
                    <a:pt x="1097" y="1149"/>
                    <a:pt x="448" y="1819"/>
                    <a:pt x="448" y="2644"/>
                  </a:cubicBezTo>
                  <a:cubicBezTo>
                    <a:pt x="448" y="2697"/>
                    <a:pt x="452" y="2749"/>
                    <a:pt x="457" y="2801"/>
                  </a:cubicBezTo>
                  <a:cubicBezTo>
                    <a:pt x="242" y="2846"/>
                    <a:pt x="70" y="3003"/>
                    <a:pt x="1" y="3210"/>
                  </a:cubicBezTo>
                  <a:lnTo>
                    <a:pt x="6681" y="3210"/>
                  </a:lnTo>
                  <a:cubicBezTo>
                    <a:pt x="6717" y="3091"/>
                    <a:pt x="6737" y="2964"/>
                    <a:pt x="6737" y="2831"/>
                  </a:cubicBezTo>
                  <a:cubicBezTo>
                    <a:pt x="6737" y="2193"/>
                    <a:pt x="6286" y="1668"/>
                    <a:pt x="5694" y="1567"/>
                  </a:cubicBezTo>
                  <a:cubicBezTo>
                    <a:pt x="5694" y="1561"/>
                    <a:pt x="5695" y="1556"/>
                    <a:pt x="5695" y="1549"/>
                  </a:cubicBezTo>
                  <a:cubicBezTo>
                    <a:pt x="5695" y="1137"/>
                    <a:pt x="5371" y="804"/>
                    <a:pt x="4970" y="804"/>
                  </a:cubicBezTo>
                  <a:cubicBezTo>
                    <a:pt x="4770" y="804"/>
                    <a:pt x="4588" y="888"/>
                    <a:pt x="4456" y="1025"/>
                  </a:cubicBezTo>
                  <a:cubicBezTo>
                    <a:pt x="4325" y="439"/>
                    <a:pt x="3816" y="0"/>
                    <a:pt x="3205" y="0"/>
                  </a:cubicBezTo>
                  <a:close/>
                </a:path>
              </a:pathLst>
            </a:custGeom>
            <a:solidFill>
              <a:srgbClr val="BEA0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2"/>
            <p:cNvSpPr/>
            <p:nvPr/>
          </p:nvSpPr>
          <p:spPr>
            <a:xfrm>
              <a:off x="6789025" y="1469113"/>
              <a:ext cx="961300" cy="22200"/>
            </a:xfrm>
            <a:custGeom>
              <a:avLst/>
              <a:gdLst/>
              <a:ahLst/>
              <a:cxnLst/>
              <a:rect l="l" t="t" r="r" b="b"/>
              <a:pathLst>
                <a:path w="38452" h="888" extrusionOk="0">
                  <a:moveTo>
                    <a:pt x="0" y="0"/>
                  </a:moveTo>
                  <a:lnTo>
                    <a:pt x="0" y="888"/>
                  </a:lnTo>
                  <a:lnTo>
                    <a:pt x="38452" y="888"/>
                  </a:lnTo>
                  <a:lnTo>
                    <a:pt x="38452" y="0"/>
                  </a:lnTo>
                  <a:close/>
                </a:path>
              </a:pathLst>
            </a:custGeom>
            <a:solidFill>
              <a:srgbClr val="87A1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2"/>
            <p:cNvSpPr/>
            <p:nvPr/>
          </p:nvSpPr>
          <p:spPr>
            <a:xfrm>
              <a:off x="7203325" y="1304988"/>
              <a:ext cx="352475" cy="99925"/>
            </a:xfrm>
            <a:custGeom>
              <a:avLst/>
              <a:gdLst/>
              <a:ahLst/>
              <a:cxnLst/>
              <a:rect l="l" t="t" r="r" b="b"/>
              <a:pathLst>
                <a:path w="14099" h="3997" extrusionOk="0">
                  <a:moveTo>
                    <a:pt x="4959" y="1"/>
                  </a:moveTo>
                  <a:cubicBezTo>
                    <a:pt x="4797" y="1"/>
                    <a:pt x="4637" y="2"/>
                    <a:pt x="4480" y="4"/>
                  </a:cubicBezTo>
                  <a:cubicBezTo>
                    <a:pt x="3481" y="19"/>
                    <a:pt x="3812" y="459"/>
                    <a:pt x="3038" y="1145"/>
                  </a:cubicBezTo>
                  <a:cubicBezTo>
                    <a:pt x="1977" y="2082"/>
                    <a:pt x="1" y="3996"/>
                    <a:pt x="1" y="3996"/>
                  </a:cubicBezTo>
                  <a:lnTo>
                    <a:pt x="14098" y="3849"/>
                  </a:lnTo>
                  <a:cubicBezTo>
                    <a:pt x="14098" y="3849"/>
                    <a:pt x="11688" y="440"/>
                    <a:pt x="9814" y="241"/>
                  </a:cubicBezTo>
                  <a:cubicBezTo>
                    <a:pt x="8805" y="132"/>
                    <a:pt x="6766" y="1"/>
                    <a:pt x="4959" y="1"/>
                  </a:cubicBezTo>
                  <a:close/>
                </a:path>
              </a:pathLst>
            </a:custGeom>
            <a:solidFill>
              <a:srgbClr val="EE37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2"/>
            <p:cNvSpPr/>
            <p:nvPr/>
          </p:nvSpPr>
          <p:spPr>
            <a:xfrm>
              <a:off x="7424900" y="1456863"/>
              <a:ext cx="74100" cy="80975"/>
            </a:xfrm>
            <a:custGeom>
              <a:avLst/>
              <a:gdLst/>
              <a:ahLst/>
              <a:cxnLst/>
              <a:rect l="l" t="t" r="r" b="b"/>
              <a:pathLst>
                <a:path w="2964" h="3239" extrusionOk="0">
                  <a:moveTo>
                    <a:pt x="1482" y="1"/>
                  </a:moveTo>
                  <a:cubicBezTo>
                    <a:pt x="664" y="1"/>
                    <a:pt x="0" y="726"/>
                    <a:pt x="0" y="1619"/>
                  </a:cubicBezTo>
                  <a:cubicBezTo>
                    <a:pt x="0" y="2514"/>
                    <a:pt x="664" y="3239"/>
                    <a:pt x="1482" y="3239"/>
                  </a:cubicBezTo>
                  <a:cubicBezTo>
                    <a:pt x="2300" y="3239"/>
                    <a:pt x="2964" y="2514"/>
                    <a:pt x="2964" y="1619"/>
                  </a:cubicBezTo>
                  <a:cubicBezTo>
                    <a:pt x="2964" y="726"/>
                    <a:pt x="2300" y="1"/>
                    <a:pt x="1482" y="1"/>
                  </a:cubicBez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2"/>
            <p:cNvSpPr/>
            <p:nvPr/>
          </p:nvSpPr>
          <p:spPr>
            <a:xfrm>
              <a:off x="7418075" y="1456863"/>
              <a:ext cx="74075" cy="80975"/>
            </a:xfrm>
            <a:custGeom>
              <a:avLst/>
              <a:gdLst/>
              <a:ahLst/>
              <a:cxnLst/>
              <a:rect l="l" t="t" r="r" b="b"/>
              <a:pathLst>
                <a:path w="2963" h="3239" extrusionOk="0">
                  <a:moveTo>
                    <a:pt x="1482" y="1"/>
                  </a:moveTo>
                  <a:cubicBezTo>
                    <a:pt x="663" y="1"/>
                    <a:pt x="1" y="726"/>
                    <a:pt x="1" y="1619"/>
                  </a:cubicBezTo>
                  <a:cubicBezTo>
                    <a:pt x="1" y="2514"/>
                    <a:pt x="663" y="3239"/>
                    <a:pt x="1482" y="3239"/>
                  </a:cubicBezTo>
                  <a:cubicBezTo>
                    <a:pt x="2300" y="3239"/>
                    <a:pt x="2963" y="2514"/>
                    <a:pt x="2963" y="1619"/>
                  </a:cubicBezTo>
                  <a:cubicBezTo>
                    <a:pt x="2963" y="726"/>
                    <a:pt x="2300" y="1"/>
                    <a:pt x="1482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2"/>
            <p:cNvSpPr/>
            <p:nvPr/>
          </p:nvSpPr>
          <p:spPr>
            <a:xfrm>
              <a:off x="7440475" y="1479938"/>
              <a:ext cx="29325" cy="32000"/>
            </a:xfrm>
            <a:custGeom>
              <a:avLst/>
              <a:gdLst/>
              <a:ahLst/>
              <a:cxnLst/>
              <a:rect l="l" t="t" r="r" b="b"/>
              <a:pathLst>
                <a:path w="1173" h="1280" extrusionOk="0">
                  <a:moveTo>
                    <a:pt x="586" y="1"/>
                  </a:moveTo>
                  <a:cubicBezTo>
                    <a:pt x="262" y="1"/>
                    <a:pt x="1" y="287"/>
                    <a:pt x="1" y="640"/>
                  </a:cubicBezTo>
                  <a:cubicBezTo>
                    <a:pt x="1" y="993"/>
                    <a:pt x="262" y="1279"/>
                    <a:pt x="586" y="1279"/>
                  </a:cubicBezTo>
                  <a:cubicBezTo>
                    <a:pt x="910" y="1279"/>
                    <a:pt x="1172" y="993"/>
                    <a:pt x="1172" y="640"/>
                  </a:cubicBezTo>
                  <a:cubicBezTo>
                    <a:pt x="1172" y="287"/>
                    <a:pt x="910" y="1"/>
                    <a:pt x="586" y="1"/>
                  </a:cubicBezTo>
                  <a:close/>
                </a:path>
              </a:pathLst>
            </a:custGeom>
            <a:solidFill>
              <a:srgbClr val="3C3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2"/>
            <p:cNvSpPr/>
            <p:nvPr/>
          </p:nvSpPr>
          <p:spPr>
            <a:xfrm>
              <a:off x="7148400" y="1456863"/>
              <a:ext cx="74075" cy="80975"/>
            </a:xfrm>
            <a:custGeom>
              <a:avLst/>
              <a:gdLst/>
              <a:ahLst/>
              <a:cxnLst/>
              <a:rect l="l" t="t" r="r" b="b"/>
              <a:pathLst>
                <a:path w="2963" h="3239" extrusionOk="0">
                  <a:moveTo>
                    <a:pt x="1482" y="1"/>
                  </a:moveTo>
                  <a:cubicBezTo>
                    <a:pt x="664" y="1"/>
                    <a:pt x="1" y="726"/>
                    <a:pt x="1" y="1619"/>
                  </a:cubicBezTo>
                  <a:cubicBezTo>
                    <a:pt x="1" y="2514"/>
                    <a:pt x="664" y="3239"/>
                    <a:pt x="1482" y="3239"/>
                  </a:cubicBezTo>
                  <a:cubicBezTo>
                    <a:pt x="2300" y="3239"/>
                    <a:pt x="2963" y="2514"/>
                    <a:pt x="2963" y="1619"/>
                  </a:cubicBezTo>
                  <a:cubicBezTo>
                    <a:pt x="2963" y="726"/>
                    <a:pt x="2300" y="1"/>
                    <a:pt x="1482" y="1"/>
                  </a:cubicBez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2"/>
            <p:cNvSpPr/>
            <p:nvPr/>
          </p:nvSpPr>
          <p:spPr>
            <a:xfrm>
              <a:off x="7141525" y="1456863"/>
              <a:ext cx="74125" cy="80975"/>
            </a:xfrm>
            <a:custGeom>
              <a:avLst/>
              <a:gdLst/>
              <a:ahLst/>
              <a:cxnLst/>
              <a:rect l="l" t="t" r="r" b="b"/>
              <a:pathLst>
                <a:path w="2965" h="3239" extrusionOk="0">
                  <a:moveTo>
                    <a:pt x="1483" y="1"/>
                  </a:moveTo>
                  <a:cubicBezTo>
                    <a:pt x="664" y="1"/>
                    <a:pt x="1" y="726"/>
                    <a:pt x="1" y="1619"/>
                  </a:cubicBezTo>
                  <a:cubicBezTo>
                    <a:pt x="1" y="2514"/>
                    <a:pt x="664" y="3239"/>
                    <a:pt x="1483" y="3239"/>
                  </a:cubicBezTo>
                  <a:cubicBezTo>
                    <a:pt x="2301" y="3239"/>
                    <a:pt x="2964" y="2514"/>
                    <a:pt x="2964" y="1619"/>
                  </a:cubicBezTo>
                  <a:cubicBezTo>
                    <a:pt x="2964" y="726"/>
                    <a:pt x="2301" y="1"/>
                    <a:pt x="1483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2"/>
            <p:cNvSpPr/>
            <p:nvPr/>
          </p:nvSpPr>
          <p:spPr>
            <a:xfrm>
              <a:off x="7163675" y="1483088"/>
              <a:ext cx="29825" cy="32550"/>
            </a:xfrm>
            <a:custGeom>
              <a:avLst/>
              <a:gdLst/>
              <a:ahLst/>
              <a:cxnLst/>
              <a:rect l="l" t="t" r="r" b="b"/>
              <a:pathLst>
                <a:path w="1193" h="1302" extrusionOk="0">
                  <a:moveTo>
                    <a:pt x="597" y="0"/>
                  </a:moveTo>
                  <a:cubicBezTo>
                    <a:pt x="267" y="0"/>
                    <a:pt x="0" y="291"/>
                    <a:pt x="0" y="651"/>
                  </a:cubicBezTo>
                  <a:cubicBezTo>
                    <a:pt x="0" y="1011"/>
                    <a:pt x="267" y="1301"/>
                    <a:pt x="597" y="1301"/>
                  </a:cubicBezTo>
                  <a:cubicBezTo>
                    <a:pt x="925" y="1301"/>
                    <a:pt x="1193" y="1011"/>
                    <a:pt x="1193" y="651"/>
                  </a:cubicBezTo>
                  <a:cubicBezTo>
                    <a:pt x="1193" y="291"/>
                    <a:pt x="925" y="0"/>
                    <a:pt x="597" y="0"/>
                  </a:cubicBezTo>
                  <a:close/>
                </a:path>
              </a:pathLst>
            </a:custGeom>
            <a:solidFill>
              <a:srgbClr val="3C3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2"/>
            <p:cNvSpPr/>
            <p:nvPr/>
          </p:nvSpPr>
          <p:spPr>
            <a:xfrm>
              <a:off x="7084675" y="1396013"/>
              <a:ext cx="534375" cy="108150"/>
            </a:xfrm>
            <a:custGeom>
              <a:avLst/>
              <a:gdLst/>
              <a:ahLst/>
              <a:cxnLst/>
              <a:rect l="l" t="t" r="r" b="b"/>
              <a:pathLst>
                <a:path w="21375" h="4326" extrusionOk="0">
                  <a:moveTo>
                    <a:pt x="19752" y="0"/>
                  </a:moveTo>
                  <a:cubicBezTo>
                    <a:pt x="19743" y="0"/>
                    <a:pt x="19735" y="0"/>
                    <a:pt x="19726" y="0"/>
                  </a:cubicBezTo>
                  <a:cubicBezTo>
                    <a:pt x="17675" y="47"/>
                    <a:pt x="5892" y="320"/>
                    <a:pt x="3569" y="500"/>
                  </a:cubicBezTo>
                  <a:cubicBezTo>
                    <a:pt x="0" y="776"/>
                    <a:pt x="796" y="4325"/>
                    <a:pt x="796" y="4325"/>
                  </a:cubicBezTo>
                  <a:lnTo>
                    <a:pt x="2639" y="4325"/>
                  </a:lnTo>
                  <a:lnTo>
                    <a:pt x="21170" y="3886"/>
                  </a:lnTo>
                  <a:cubicBezTo>
                    <a:pt x="21374" y="2413"/>
                    <a:pt x="21138" y="1156"/>
                    <a:pt x="20912" y="661"/>
                  </a:cubicBezTo>
                  <a:cubicBezTo>
                    <a:pt x="20723" y="245"/>
                    <a:pt x="20188" y="0"/>
                    <a:pt x="19752" y="0"/>
                  </a:cubicBez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2"/>
            <p:cNvSpPr/>
            <p:nvPr/>
          </p:nvSpPr>
          <p:spPr>
            <a:xfrm>
              <a:off x="7094050" y="1304088"/>
              <a:ext cx="352500" cy="100850"/>
            </a:xfrm>
            <a:custGeom>
              <a:avLst/>
              <a:gdLst/>
              <a:ahLst/>
              <a:cxnLst/>
              <a:rect l="l" t="t" r="r" b="b"/>
              <a:pathLst>
                <a:path w="14100" h="4034" extrusionOk="0">
                  <a:moveTo>
                    <a:pt x="7677" y="0"/>
                  </a:moveTo>
                  <a:cubicBezTo>
                    <a:pt x="6934" y="0"/>
                    <a:pt x="6185" y="24"/>
                    <a:pt x="5576" y="54"/>
                  </a:cubicBezTo>
                  <a:cubicBezTo>
                    <a:pt x="4580" y="101"/>
                    <a:pt x="3812" y="496"/>
                    <a:pt x="3036" y="1182"/>
                  </a:cubicBezTo>
                  <a:cubicBezTo>
                    <a:pt x="1977" y="2119"/>
                    <a:pt x="0" y="4033"/>
                    <a:pt x="0" y="4033"/>
                  </a:cubicBezTo>
                  <a:lnTo>
                    <a:pt x="14099" y="3885"/>
                  </a:lnTo>
                  <a:cubicBezTo>
                    <a:pt x="14099" y="3885"/>
                    <a:pt x="12019" y="494"/>
                    <a:pt x="10163" y="153"/>
                  </a:cubicBezTo>
                  <a:cubicBezTo>
                    <a:pt x="9544" y="39"/>
                    <a:pt x="8616" y="0"/>
                    <a:pt x="7677" y="0"/>
                  </a:cubicBezTo>
                  <a:close/>
                </a:path>
              </a:pathLst>
            </a:custGeom>
            <a:solidFill>
              <a:srgbClr val="FF5F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2"/>
            <p:cNvSpPr/>
            <p:nvPr/>
          </p:nvSpPr>
          <p:spPr>
            <a:xfrm>
              <a:off x="6958700" y="1396338"/>
              <a:ext cx="557650" cy="107825"/>
            </a:xfrm>
            <a:custGeom>
              <a:avLst/>
              <a:gdLst/>
              <a:ahLst/>
              <a:cxnLst/>
              <a:rect l="l" t="t" r="r" b="b"/>
              <a:pathLst>
                <a:path w="22306" h="4313" extrusionOk="0">
                  <a:moveTo>
                    <a:pt x="19893" y="1"/>
                  </a:moveTo>
                  <a:cubicBezTo>
                    <a:pt x="19889" y="1"/>
                    <a:pt x="19885" y="1"/>
                    <a:pt x="19881" y="1"/>
                  </a:cubicBezTo>
                  <a:cubicBezTo>
                    <a:pt x="16470" y="64"/>
                    <a:pt x="5888" y="236"/>
                    <a:pt x="3690" y="400"/>
                  </a:cubicBezTo>
                  <a:cubicBezTo>
                    <a:pt x="0" y="678"/>
                    <a:pt x="1061" y="4312"/>
                    <a:pt x="1061" y="4312"/>
                  </a:cubicBezTo>
                  <a:lnTo>
                    <a:pt x="22094" y="4164"/>
                  </a:lnTo>
                  <a:cubicBezTo>
                    <a:pt x="22305" y="2690"/>
                    <a:pt x="22239" y="1648"/>
                    <a:pt x="22015" y="1150"/>
                  </a:cubicBezTo>
                  <a:cubicBezTo>
                    <a:pt x="21617" y="266"/>
                    <a:pt x="20232" y="1"/>
                    <a:pt x="19893" y="1"/>
                  </a:cubicBezTo>
                  <a:close/>
                </a:path>
              </a:pathLst>
            </a:custGeom>
            <a:solidFill>
              <a:srgbClr val="EE37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2"/>
            <p:cNvSpPr/>
            <p:nvPr/>
          </p:nvSpPr>
          <p:spPr>
            <a:xfrm>
              <a:off x="7269750" y="1323388"/>
              <a:ext cx="3750" cy="178150"/>
            </a:xfrm>
            <a:custGeom>
              <a:avLst/>
              <a:gdLst/>
              <a:ahLst/>
              <a:cxnLst/>
              <a:rect l="l" t="t" r="r" b="b"/>
              <a:pathLst>
                <a:path w="150" h="7126" extrusionOk="0">
                  <a:moveTo>
                    <a:pt x="73" y="0"/>
                  </a:moveTo>
                  <a:lnTo>
                    <a:pt x="0" y="1"/>
                  </a:lnTo>
                  <a:lnTo>
                    <a:pt x="77" y="7125"/>
                  </a:lnTo>
                  <a:lnTo>
                    <a:pt x="149" y="7125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2"/>
            <p:cNvSpPr/>
            <p:nvPr/>
          </p:nvSpPr>
          <p:spPr>
            <a:xfrm>
              <a:off x="7221525" y="1416513"/>
              <a:ext cx="42450" cy="5825"/>
            </a:xfrm>
            <a:custGeom>
              <a:avLst/>
              <a:gdLst/>
              <a:ahLst/>
              <a:cxnLst/>
              <a:rect l="l" t="t" r="r" b="b"/>
              <a:pathLst>
                <a:path w="1698" h="233" extrusionOk="0">
                  <a:moveTo>
                    <a:pt x="5" y="1"/>
                  </a:moveTo>
                  <a:cubicBezTo>
                    <a:pt x="3" y="1"/>
                    <a:pt x="1" y="3"/>
                    <a:pt x="1" y="4"/>
                  </a:cubicBezTo>
                  <a:lnTo>
                    <a:pt x="1" y="229"/>
                  </a:lnTo>
                  <a:cubicBezTo>
                    <a:pt x="1" y="231"/>
                    <a:pt x="4" y="233"/>
                    <a:pt x="5" y="233"/>
                  </a:cubicBezTo>
                  <a:lnTo>
                    <a:pt x="1694" y="233"/>
                  </a:lnTo>
                  <a:cubicBezTo>
                    <a:pt x="1696" y="233"/>
                    <a:pt x="1698" y="231"/>
                    <a:pt x="1698" y="229"/>
                  </a:cubicBezTo>
                  <a:lnTo>
                    <a:pt x="1698" y="4"/>
                  </a:lnTo>
                  <a:cubicBezTo>
                    <a:pt x="1698" y="2"/>
                    <a:pt x="1695" y="1"/>
                    <a:pt x="1694" y="1"/>
                  </a:cubicBezTo>
                  <a:close/>
                </a:path>
              </a:pathLst>
            </a:custGeom>
            <a:solidFill>
              <a:srgbClr val="FF9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2"/>
            <p:cNvSpPr/>
            <p:nvPr/>
          </p:nvSpPr>
          <p:spPr>
            <a:xfrm>
              <a:off x="7221525" y="1416513"/>
              <a:ext cx="38050" cy="5825"/>
            </a:xfrm>
            <a:custGeom>
              <a:avLst/>
              <a:gdLst/>
              <a:ahLst/>
              <a:cxnLst/>
              <a:rect l="l" t="t" r="r" b="b"/>
              <a:pathLst>
                <a:path w="1522" h="233" extrusionOk="0">
                  <a:moveTo>
                    <a:pt x="5" y="1"/>
                  </a:moveTo>
                  <a:cubicBezTo>
                    <a:pt x="3" y="1"/>
                    <a:pt x="1" y="3"/>
                    <a:pt x="1" y="4"/>
                  </a:cubicBezTo>
                  <a:lnTo>
                    <a:pt x="1" y="229"/>
                  </a:lnTo>
                  <a:cubicBezTo>
                    <a:pt x="1" y="231"/>
                    <a:pt x="4" y="233"/>
                    <a:pt x="5" y="233"/>
                  </a:cubicBezTo>
                  <a:lnTo>
                    <a:pt x="1517" y="233"/>
                  </a:lnTo>
                  <a:cubicBezTo>
                    <a:pt x="1518" y="233"/>
                    <a:pt x="1522" y="231"/>
                    <a:pt x="1522" y="229"/>
                  </a:cubicBezTo>
                  <a:lnTo>
                    <a:pt x="1522" y="4"/>
                  </a:lnTo>
                  <a:cubicBezTo>
                    <a:pt x="1522" y="2"/>
                    <a:pt x="1518" y="1"/>
                    <a:pt x="1517" y="1"/>
                  </a:cubicBezTo>
                  <a:close/>
                </a:path>
              </a:pathLst>
            </a:custGeom>
            <a:solidFill>
              <a:srgbClr val="FFB6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2"/>
            <p:cNvSpPr/>
            <p:nvPr/>
          </p:nvSpPr>
          <p:spPr>
            <a:xfrm>
              <a:off x="7387475" y="1416513"/>
              <a:ext cx="42425" cy="5825"/>
            </a:xfrm>
            <a:custGeom>
              <a:avLst/>
              <a:gdLst/>
              <a:ahLst/>
              <a:cxnLst/>
              <a:rect l="l" t="t" r="r" b="b"/>
              <a:pathLst>
                <a:path w="1697" h="233" extrusionOk="0">
                  <a:moveTo>
                    <a:pt x="3" y="1"/>
                  </a:moveTo>
                  <a:cubicBezTo>
                    <a:pt x="1" y="1"/>
                    <a:pt x="0" y="3"/>
                    <a:pt x="0" y="4"/>
                  </a:cubicBezTo>
                  <a:lnTo>
                    <a:pt x="0" y="229"/>
                  </a:lnTo>
                  <a:cubicBezTo>
                    <a:pt x="0" y="231"/>
                    <a:pt x="2" y="233"/>
                    <a:pt x="3" y="233"/>
                  </a:cubicBezTo>
                  <a:lnTo>
                    <a:pt x="1692" y="233"/>
                  </a:lnTo>
                  <a:cubicBezTo>
                    <a:pt x="1693" y="233"/>
                    <a:pt x="1695" y="231"/>
                    <a:pt x="1696" y="229"/>
                  </a:cubicBezTo>
                  <a:lnTo>
                    <a:pt x="1696" y="4"/>
                  </a:lnTo>
                  <a:cubicBezTo>
                    <a:pt x="1696" y="2"/>
                    <a:pt x="1693" y="1"/>
                    <a:pt x="1692" y="1"/>
                  </a:cubicBezTo>
                  <a:close/>
                </a:path>
              </a:pathLst>
            </a:custGeom>
            <a:solidFill>
              <a:srgbClr val="FF9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2"/>
            <p:cNvSpPr/>
            <p:nvPr/>
          </p:nvSpPr>
          <p:spPr>
            <a:xfrm>
              <a:off x="6978200" y="1487588"/>
              <a:ext cx="539925" cy="16575"/>
            </a:xfrm>
            <a:custGeom>
              <a:avLst/>
              <a:gdLst/>
              <a:ahLst/>
              <a:cxnLst/>
              <a:rect l="l" t="t" r="r" b="b"/>
              <a:pathLst>
                <a:path w="21597" h="663" extrusionOk="0">
                  <a:moveTo>
                    <a:pt x="1" y="1"/>
                  </a:moveTo>
                  <a:lnTo>
                    <a:pt x="140" y="662"/>
                  </a:lnTo>
                  <a:lnTo>
                    <a:pt x="21597" y="662"/>
                  </a:lnTo>
                  <a:lnTo>
                    <a:pt x="21597" y="1"/>
                  </a:lnTo>
                  <a:close/>
                </a:path>
              </a:pathLst>
            </a:custGeom>
            <a:solidFill>
              <a:srgbClr val="8888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2"/>
            <p:cNvSpPr/>
            <p:nvPr/>
          </p:nvSpPr>
          <p:spPr>
            <a:xfrm>
              <a:off x="7510850" y="1487588"/>
              <a:ext cx="107750" cy="16575"/>
            </a:xfrm>
            <a:custGeom>
              <a:avLst/>
              <a:gdLst/>
              <a:ahLst/>
              <a:cxnLst/>
              <a:rect l="l" t="t" r="r" b="b"/>
              <a:pathLst>
                <a:path w="4310" h="663" extrusionOk="0">
                  <a:moveTo>
                    <a:pt x="1" y="1"/>
                  </a:moveTo>
                  <a:lnTo>
                    <a:pt x="291" y="662"/>
                  </a:lnTo>
                  <a:lnTo>
                    <a:pt x="4047" y="662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7878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2"/>
            <p:cNvSpPr/>
            <p:nvPr/>
          </p:nvSpPr>
          <p:spPr>
            <a:xfrm>
              <a:off x="7052925" y="1448238"/>
              <a:ext cx="103800" cy="55925"/>
            </a:xfrm>
            <a:custGeom>
              <a:avLst/>
              <a:gdLst/>
              <a:ahLst/>
              <a:cxnLst/>
              <a:rect l="l" t="t" r="r" b="b"/>
              <a:pathLst>
                <a:path w="4152" h="2237" extrusionOk="0">
                  <a:moveTo>
                    <a:pt x="2074" y="1"/>
                  </a:moveTo>
                  <a:cubicBezTo>
                    <a:pt x="928" y="1"/>
                    <a:pt x="0" y="820"/>
                    <a:pt x="0" y="1965"/>
                  </a:cubicBezTo>
                  <a:cubicBezTo>
                    <a:pt x="0" y="2036"/>
                    <a:pt x="10" y="2166"/>
                    <a:pt x="19" y="2236"/>
                  </a:cubicBezTo>
                  <a:lnTo>
                    <a:pt x="4150" y="2236"/>
                  </a:lnTo>
                  <a:cubicBezTo>
                    <a:pt x="4151" y="2195"/>
                    <a:pt x="4147" y="2007"/>
                    <a:pt x="4147" y="1965"/>
                  </a:cubicBezTo>
                  <a:cubicBezTo>
                    <a:pt x="4147" y="820"/>
                    <a:pt x="3219" y="1"/>
                    <a:pt x="2074" y="1"/>
                  </a:cubicBezTo>
                  <a:close/>
                </a:path>
              </a:pathLst>
            </a:custGeom>
            <a:solidFill>
              <a:srgbClr val="4E4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2"/>
            <p:cNvSpPr/>
            <p:nvPr/>
          </p:nvSpPr>
          <p:spPr>
            <a:xfrm>
              <a:off x="7060175" y="1451688"/>
              <a:ext cx="95725" cy="52475"/>
            </a:xfrm>
            <a:custGeom>
              <a:avLst/>
              <a:gdLst/>
              <a:ahLst/>
              <a:cxnLst/>
              <a:rect l="l" t="t" r="r" b="b"/>
              <a:pathLst>
                <a:path w="3829" h="2099" extrusionOk="0">
                  <a:moveTo>
                    <a:pt x="1912" y="1"/>
                  </a:moveTo>
                  <a:cubicBezTo>
                    <a:pt x="856" y="1"/>
                    <a:pt x="0" y="770"/>
                    <a:pt x="0" y="1844"/>
                  </a:cubicBezTo>
                  <a:cubicBezTo>
                    <a:pt x="0" y="1911"/>
                    <a:pt x="10" y="2032"/>
                    <a:pt x="18" y="2098"/>
                  </a:cubicBezTo>
                  <a:lnTo>
                    <a:pt x="3825" y="2098"/>
                  </a:lnTo>
                  <a:cubicBezTo>
                    <a:pt x="3828" y="2059"/>
                    <a:pt x="3824" y="1882"/>
                    <a:pt x="3824" y="1844"/>
                  </a:cubicBezTo>
                  <a:cubicBezTo>
                    <a:pt x="3824" y="770"/>
                    <a:pt x="2969" y="1"/>
                    <a:pt x="1912" y="1"/>
                  </a:cubicBezTo>
                  <a:close/>
                </a:path>
              </a:pathLst>
            </a:custGeom>
            <a:solidFill>
              <a:srgbClr val="5C5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2"/>
            <p:cNvSpPr/>
            <p:nvPr/>
          </p:nvSpPr>
          <p:spPr>
            <a:xfrm>
              <a:off x="7078825" y="1456863"/>
              <a:ext cx="74125" cy="80975"/>
            </a:xfrm>
            <a:custGeom>
              <a:avLst/>
              <a:gdLst/>
              <a:ahLst/>
              <a:cxnLst/>
              <a:rect l="l" t="t" r="r" b="b"/>
              <a:pathLst>
                <a:path w="2965" h="3239" extrusionOk="0">
                  <a:moveTo>
                    <a:pt x="1482" y="1"/>
                  </a:moveTo>
                  <a:cubicBezTo>
                    <a:pt x="664" y="1"/>
                    <a:pt x="1" y="726"/>
                    <a:pt x="1" y="1619"/>
                  </a:cubicBezTo>
                  <a:cubicBezTo>
                    <a:pt x="1" y="2514"/>
                    <a:pt x="664" y="3239"/>
                    <a:pt x="1482" y="3239"/>
                  </a:cubicBezTo>
                  <a:cubicBezTo>
                    <a:pt x="2301" y="3239"/>
                    <a:pt x="2964" y="2514"/>
                    <a:pt x="2964" y="1619"/>
                  </a:cubicBezTo>
                  <a:cubicBezTo>
                    <a:pt x="2964" y="726"/>
                    <a:pt x="2301" y="1"/>
                    <a:pt x="1482" y="1"/>
                  </a:cubicBez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2"/>
            <p:cNvSpPr/>
            <p:nvPr/>
          </p:nvSpPr>
          <p:spPr>
            <a:xfrm>
              <a:off x="7071125" y="1456863"/>
              <a:ext cx="74100" cy="80975"/>
            </a:xfrm>
            <a:custGeom>
              <a:avLst/>
              <a:gdLst/>
              <a:ahLst/>
              <a:cxnLst/>
              <a:rect l="l" t="t" r="r" b="b"/>
              <a:pathLst>
                <a:path w="2964" h="3239" extrusionOk="0">
                  <a:moveTo>
                    <a:pt x="1481" y="1"/>
                  </a:moveTo>
                  <a:cubicBezTo>
                    <a:pt x="663" y="1"/>
                    <a:pt x="1" y="726"/>
                    <a:pt x="1" y="1619"/>
                  </a:cubicBezTo>
                  <a:cubicBezTo>
                    <a:pt x="1" y="2514"/>
                    <a:pt x="663" y="3239"/>
                    <a:pt x="1481" y="3239"/>
                  </a:cubicBezTo>
                  <a:cubicBezTo>
                    <a:pt x="2301" y="3239"/>
                    <a:pt x="2963" y="2514"/>
                    <a:pt x="2963" y="1619"/>
                  </a:cubicBezTo>
                  <a:cubicBezTo>
                    <a:pt x="2963" y="726"/>
                    <a:pt x="2301" y="1"/>
                    <a:pt x="1481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2"/>
            <p:cNvSpPr/>
            <p:nvPr/>
          </p:nvSpPr>
          <p:spPr>
            <a:xfrm>
              <a:off x="7094850" y="1482788"/>
              <a:ext cx="26650" cy="29150"/>
            </a:xfrm>
            <a:custGeom>
              <a:avLst/>
              <a:gdLst/>
              <a:ahLst/>
              <a:cxnLst/>
              <a:rect l="l" t="t" r="r" b="b"/>
              <a:pathLst>
                <a:path w="1066" h="1166" extrusionOk="0">
                  <a:moveTo>
                    <a:pt x="532" y="1"/>
                  </a:moveTo>
                  <a:cubicBezTo>
                    <a:pt x="239" y="1"/>
                    <a:pt x="1" y="262"/>
                    <a:pt x="1" y="582"/>
                  </a:cubicBezTo>
                  <a:cubicBezTo>
                    <a:pt x="1" y="904"/>
                    <a:pt x="239" y="1165"/>
                    <a:pt x="532" y="1165"/>
                  </a:cubicBezTo>
                  <a:cubicBezTo>
                    <a:pt x="827" y="1165"/>
                    <a:pt x="1065" y="904"/>
                    <a:pt x="1065" y="582"/>
                  </a:cubicBezTo>
                  <a:cubicBezTo>
                    <a:pt x="1065" y="262"/>
                    <a:pt x="827" y="1"/>
                    <a:pt x="532" y="1"/>
                  </a:cubicBezTo>
                  <a:close/>
                </a:path>
              </a:pathLst>
            </a:custGeom>
            <a:solidFill>
              <a:srgbClr val="3C3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2"/>
            <p:cNvSpPr/>
            <p:nvPr/>
          </p:nvSpPr>
          <p:spPr>
            <a:xfrm>
              <a:off x="7329325" y="1448238"/>
              <a:ext cx="103825" cy="55925"/>
            </a:xfrm>
            <a:custGeom>
              <a:avLst/>
              <a:gdLst/>
              <a:ahLst/>
              <a:cxnLst/>
              <a:rect l="l" t="t" r="r" b="b"/>
              <a:pathLst>
                <a:path w="4153" h="2237" extrusionOk="0">
                  <a:moveTo>
                    <a:pt x="2078" y="1"/>
                  </a:moveTo>
                  <a:cubicBezTo>
                    <a:pt x="933" y="1"/>
                    <a:pt x="5" y="820"/>
                    <a:pt x="5" y="1965"/>
                  </a:cubicBezTo>
                  <a:cubicBezTo>
                    <a:pt x="5" y="2036"/>
                    <a:pt x="1" y="2166"/>
                    <a:pt x="7" y="2236"/>
                  </a:cubicBezTo>
                  <a:lnTo>
                    <a:pt x="4149" y="2236"/>
                  </a:lnTo>
                  <a:cubicBezTo>
                    <a:pt x="4152" y="2195"/>
                    <a:pt x="4152" y="2007"/>
                    <a:pt x="4152" y="1965"/>
                  </a:cubicBezTo>
                  <a:cubicBezTo>
                    <a:pt x="4152" y="820"/>
                    <a:pt x="3224" y="1"/>
                    <a:pt x="2078" y="1"/>
                  </a:cubicBezTo>
                  <a:close/>
                </a:path>
              </a:pathLst>
            </a:custGeom>
            <a:solidFill>
              <a:srgbClr val="4E4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2"/>
            <p:cNvSpPr/>
            <p:nvPr/>
          </p:nvSpPr>
          <p:spPr>
            <a:xfrm>
              <a:off x="7336575" y="1451238"/>
              <a:ext cx="96350" cy="52925"/>
            </a:xfrm>
            <a:custGeom>
              <a:avLst/>
              <a:gdLst/>
              <a:ahLst/>
              <a:cxnLst/>
              <a:rect l="l" t="t" r="r" b="b"/>
              <a:pathLst>
                <a:path w="3854" h="2117" extrusionOk="0">
                  <a:moveTo>
                    <a:pt x="1929" y="1"/>
                  </a:moveTo>
                  <a:cubicBezTo>
                    <a:pt x="867" y="1"/>
                    <a:pt x="5" y="775"/>
                    <a:pt x="5" y="1859"/>
                  </a:cubicBezTo>
                  <a:cubicBezTo>
                    <a:pt x="5" y="1926"/>
                    <a:pt x="1" y="2050"/>
                    <a:pt x="7" y="2116"/>
                  </a:cubicBezTo>
                  <a:lnTo>
                    <a:pt x="3852" y="2116"/>
                  </a:lnTo>
                  <a:cubicBezTo>
                    <a:pt x="3854" y="2077"/>
                    <a:pt x="3854" y="1899"/>
                    <a:pt x="3854" y="1859"/>
                  </a:cubicBezTo>
                  <a:cubicBezTo>
                    <a:pt x="3854" y="775"/>
                    <a:pt x="2992" y="1"/>
                    <a:pt x="1929" y="1"/>
                  </a:cubicBezTo>
                  <a:close/>
                </a:path>
              </a:pathLst>
            </a:custGeom>
            <a:solidFill>
              <a:srgbClr val="5C5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2"/>
            <p:cNvSpPr/>
            <p:nvPr/>
          </p:nvSpPr>
          <p:spPr>
            <a:xfrm>
              <a:off x="7355375" y="1456863"/>
              <a:ext cx="74100" cy="80975"/>
            </a:xfrm>
            <a:custGeom>
              <a:avLst/>
              <a:gdLst/>
              <a:ahLst/>
              <a:cxnLst/>
              <a:rect l="l" t="t" r="r" b="b"/>
              <a:pathLst>
                <a:path w="2964" h="3239" extrusionOk="0">
                  <a:moveTo>
                    <a:pt x="1482" y="1"/>
                  </a:moveTo>
                  <a:cubicBezTo>
                    <a:pt x="664" y="1"/>
                    <a:pt x="1" y="726"/>
                    <a:pt x="1" y="1619"/>
                  </a:cubicBezTo>
                  <a:cubicBezTo>
                    <a:pt x="1" y="2514"/>
                    <a:pt x="664" y="3239"/>
                    <a:pt x="1482" y="3239"/>
                  </a:cubicBezTo>
                  <a:cubicBezTo>
                    <a:pt x="2300" y="3239"/>
                    <a:pt x="2964" y="2514"/>
                    <a:pt x="2964" y="1619"/>
                  </a:cubicBezTo>
                  <a:cubicBezTo>
                    <a:pt x="2964" y="726"/>
                    <a:pt x="2300" y="1"/>
                    <a:pt x="1482" y="1"/>
                  </a:cubicBez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2"/>
            <p:cNvSpPr/>
            <p:nvPr/>
          </p:nvSpPr>
          <p:spPr>
            <a:xfrm>
              <a:off x="7347650" y="1456863"/>
              <a:ext cx="74100" cy="80975"/>
            </a:xfrm>
            <a:custGeom>
              <a:avLst/>
              <a:gdLst/>
              <a:ahLst/>
              <a:cxnLst/>
              <a:rect l="l" t="t" r="r" b="b"/>
              <a:pathLst>
                <a:path w="2964" h="3239" extrusionOk="0">
                  <a:moveTo>
                    <a:pt x="1482" y="1"/>
                  </a:moveTo>
                  <a:cubicBezTo>
                    <a:pt x="664" y="1"/>
                    <a:pt x="1" y="726"/>
                    <a:pt x="1" y="1619"/>
                  </a:cubicBezTo>
                  <a:cubicBezTo>
                    <a:pt x="1" y="2514"/>
                    <a:pt x="664" y="3239"/>
                    <a:pt x="1482" y="3239"/>
                  </a:cubicBezTo>
                  <a:cubicBezTo>
                    <a:pt x="2300" y="3239"/>
                    <a:pt x="2964" y="2514"/>
                    <a:pt x="2964" y="1619"/>
                  </a:cubicBezTo>
                  <a:cubicBezTo>
                    <a:pt x="2964" y="726"/>
                    <a:pt x="2300" y="1"/>
                    <a:pt x="1482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2"/>
            <p:cNvSpPr/>
            <p:nvPr/>
          </p:nvSpPr>
          <p:spPr>
            <a:xfrm>
              <a:off x="7371375" y="1482788"/>
              <a:ext cx="26675" cy="29150"/>
            </a:xfrm>
            <a:custGeom>
              <a:avLst/>
              <a:gdLst/>
              <a:ahLst/>
              <a:cxnLst/>
              <a:rect l="l" t="t" r="r" b="b"/>
              <a:pathLst>
                <a:path w="1067" h="1166" extrusionOk="0">
                  <a:moveTo>
                    <a:pt x="533" y="1"/>
                  </a:moveTo>
                  <a:cubicBezTo>
                    <a:pt x="240" y="1"/>
                    <a:pt x="0" y="262"/>
                    <a:pt x="0" y="582"/>
                  </a:cubicBezTo>
                  <a:cubicBezTo>
                    <a:pt x="0" y="904"/>
                    <a:pt x="240" y="1165"/>
                    <a:pt x="533" y="1165"/>
                  </a:cubicBezTo>
                  <a:cubicBezTo>
                    <a:pt x="828" y="1165"/>
                    <a:pt x="1066" y="904"/>
                    <a:pt x="1066" y="582"/>
                  </a:cubicBezTo>
                  <a:cubicBezTo>
                    <a:pt x="1066" y="262"/>
                    <a:pt x="828" y="1"/>
                    <a:pt x="533" y="1"/>
                  </a:cubicBezTo>
                  <a:close/>
                </a:path>
              </a:pathLst>
            </a:custGeom>
            <a:solidFill>
              <a:srgbClr val="3C3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2"/>
            <p:cNvSpPr/>
            <p:nvPr/>
          </p:nvSpPr>
          <p:spPr>
            <a:xfrm>
              <a:off x="7042675" y="1434938"/>
              <a:ext cx="123150" cy="52775"/>
            </a:xfrm>
            <a:custGeom>
              <a:avLst/>
              <a:gdLst/>
              <a:ahLst/>
              <a:cxnLst/>
              <a:rect l="l" t="t" r="r" b="b"/>
              <a:pathLst>
                <a:path w="4926" h="2111" extrusionOk="0">
                  <a:moveTo>
                    <a:pt x="2601" y="1"/>
                  </a:moveTo>
                  <a:cubicBezTo>
                    <a:pt x="228" y="1"/>
                    <a:pt x="4" y="2084"/>
                    <a:pt x="0" y="2104"/>
                  </a:cubicBezTo>
                  <a:lnTo>
                    <a:pt x="73" y="2111"/>
                  </a:lnTo>
                  <a:cubicBezTo>
                    <a:pt x="75" y="2090"/>
                    <a:pt x="293" y="74"/>
                    <a:pt x="2599" y="74"/>
                  </a:cubicBezTo>
                  <a:cubicBezTo>
                    <a:pt x="2600" y="74"/>
                    <a:pt x="2600" y="74"/>
                    <a:pt x="2601" y="74"/>
                  </a:cubicBezTo>
                  <a:lnTo>
                    <a:pt x="2605" y="74"/>
                  </a:lnTo>
                  <a:cubicBezTo>
                    <a:pt x="3582" y="76"/>
                    <a:pt x="4757" y="610"/>
                    <a:pt x="4853" y="2111"/>
                  </a:cubicBezTo>
                  <a:lnTo>
                    <a:pt x="4925" y="2105"/>
                  </a:lnTo>
                  <a:cubicBezTo>
                    <a:pt x="4826" y="553"/>
                    <a:pt x="3613" y="2"/>
                    <a:pt x="2605" y="1"/>
                  </a:cubicBez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2"/>
            <p:cNvSpPr/>
            <p:nvPr/>
          </p:nvSpPr>
          <p:spPr>
            <a:xfrm>
              <a:off x="7319200" y="1434938"/>
              <a:ext cx="122400" cy="52775"/>
            </a:xfrm>
            <a:custGeom>
              <a:avLst/>
              <a:gdLst/>
              <a:ahLst/>
              <a:cxnLst/>
              <a:rect l="l" t="t" r="r" b="b"/>
              <a:pathLst>
                <a:path w="4896" h="2111" extrusionOk="0">
                  <a:moveTo>
                    <a:pt x="2584" y="1"/>
                  </a:moveTo>
                  <a:cubicBezTo>
                    <a:pt x="225" y="1"/>
                    <a:pt x="2" y="2084"/>
                    <a:pt x="0" y="2104"/>
                  </a:cubicBezTo>
                  <a:lnTo>
                    <a:pt x="73" y="2111"/>
                  </a:lnTo>
                  <a:cubicBezTo>
                    <a:pt x="80" y="2028"/>
                    <a:pt x="293" y="74"/>
                    <a:pt x="2582" y="74"/>
                  </a:cubicBezTo>
                  <a:cubicBezTo>
                    <a:pt x="2583" y="74"/>
                    <a:pt x="2583" y="74"/>
                    <a:pt x="2584" y="74"/>
                  </a:cubicBezTo>
                  <a:lnTo>
                    <a:pt x="2588" y="74"/>
                  </a:lnTo>
                  <a:cubicBezTo>
                    <a:pt x="3559" y="76"/>
                    <a:pt x="4726" y="610"/>
                    <a:pt x="4823" y="2111"/>
                  </a:cubicBezTo>
                  <a:lnTo>
                    <a:pt x="4895" y="2105"/>
                  </a:lnTo>
                  <a:cubicBezTo>
                    <a:pt x="4797" y="553"/>
                    <a:pt x="3591" y="2"/>
                    <a:pt x="2588" y="1"/>
                  </a:cubicBez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2"/>
            <p:cNvSpPr/>
            <p:nvPr/>
          </p:nvSpPr>
          <p:spPr>
            <a:xfrm>
              <a:off x="6981675" y="1425538"/>
              <a:ext cx="33750" cy="18850"/>
            </a:xfrm>
            <a:custGeom>
              <a:avLst/>
              <a:gdLst/>
              <a:ahLst/>
              <a:cxnLst/>
              <a:rect l="l" t="t" r="r" b="b"/>
              <a:pathLst>
                <a:path w="1350" h="754" extrusionOk="0">
                  <a:moveTo>
                    <a:pt x="11" y="0"/>
                  </a:moveTo>
                  <a:cubicBezTo>
                    <a:pt x="6" y="0"/>
                    <a:pt x="1" y="5"/>
                    <a:pt x="1" y="11"/>
                  </a:cubicBezTo>
                  <a:lnTo>
                    <a:pt x="1" y="743"/>
                  </a:lnTo>
                  <a:cubicBezTo>
                    <a:pt x="1" y="748"/>
                    <a:pt x="4" y="753"/>
                    <a:pt x="11" y="753"/>
                  </a:cubicBezTo>
                  <a:lnTo>
                    <a:pt x="1338" y="753"/>
                  </a:lnTo>
                  <a:cubicBezTo>
                    <a:pt x="1345" y="753"/>
                    <a:pt x="1350" y="748"/>
                    <a:pt x="1349" y="743"/>
                  </a:cubicBezTo>
                  <a:lnTo>
                    <a:pt x="1349" y="11"/>
                  </a:lnTo>
                  <a:cubicBezTo>
                    <a:pt x="1349" y="6"/>
                    <a:pt x="1345" y="0"/>
                    <a:pt x="1338" y="0"/>
                  </a:cubicBezTo>
                  <a:close/>
                </a:path>
              </a:pathLst>
            </a:custGeom>
            <a:solidFill>
              <a:srgbClr val="FFDF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2"/>
            <p:cNvSpPr/>
            <p:nvPr/>
          </p:nvSpPr>
          <p:spPr>
            <a:xfrm>
              <a:off x="7527525" y="1448238"/>
              <a:ext cx="73450" cy="39475"/>
            </a:xfrm>
            <a:custGeom>
              <a:avLst/>
              <a:gdLst/>
              <a:ahLst/>
              <a:cxnLst/>
              <a:rect l="l" t="t" r="r" b="b"/>
              <a:pathLst>
                <a:path w="2938" h="1579" extrusionOk="0">
                  <a:moveTo>
                    <a:pt x="1491" y="1"/>
                  </a:moveTo>
                  <a:cubicBezTo>
                    <a:pt x="1490" y="1"/>
                    <a:pt x="1488" y="1"/>
                    <a:pt x="1487" y="1"/>
                  </a:cubicBezTo>
                  <a:cubicBezTo>
                    <a:pt x="0" y="1"/>
                    <a:pt x="0" y="1579"/>
                    <a:pt x="0" y="1579"/>
                  </a:cubicBezTo>
                  <a:lnTo>
                    <a:pt x="2937" y="1579"/>
                  </a:lnTo>
                  <a:cubicBezTo>
                    <a:pt x="2890" y="922"/>
                    <a:pt x="2674" y="1"/>
                    <a:pt x="1491" y="1"/>
                  </a:cubicBezTo>
                  <a:close/>
                </a:path>
              </a:pathLst>
            </a:custGeom>
            <a:solidFill>
              <a:srgbClr val="EE37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2"/>
            <p:cNvSpPr/>
            <p:nvPr/>
          </p:nvSpPr>
          <p:spPr>
            <a:xfrm>
              <a:off x="7134275" y="1319188"/>
              <a:ext cx="129700" cy="71800"/>
            </a:xfrm>
            <a:custGeom>
              <a:avLst/>
              <a:gdLst/>
              <a:ahLst/>
              <a:cxnLst/>
              <a:rect l="l" t="t" r="r" b="b"/>
              <a:pathLst>
                <a:path w="5188" h="2872" extrusionOk="0">
                  <a:moveTo>
                    <a:pt x="4791" y="0"/>
                  </a:moveTo>
                  <a:cubicBezTo>
                    <a:pt x="4365" y="0"/>
                    <a:pt x="3711" y="4"/>
                    <a:pt x="3426" y="26"/>
                  </a:cubicBezTo>
                  <a:cubicBezTo>
                    <a:pt x="2026" y="132"/>
                    <a:pt x="1" y="2871"/>
                    <a:pt x="1" y="2871"/>
                  </a:cubicBezTo>
                  <a:lnTo>
                    <a:pt x="5188" y="2744"/>
                  </a:lnTo>
                  <a:lnTo>
                    <a:pt x="5188" y="1"/>
                  </a:lnTo>
                  <a:cubicBezTo>
                    <a:pt x="5188" y="1"/>
                    <a:pt x="5023" y="0"/>
                    <a:pt x="4791" y="0"/>
                  </a:cubicBezTo>
                  <a:close/>
                </a:path>
              </a:pathLst>
            </a:custGeom>
            <a:solidFill>
              <a:srgbClr val="BE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2"/>
            <p:cNvSpPr/>
            <p:nvPr/>
          </p:nvSpPr>
          <p:spPr>
            <a:xfrm>
              <a:off x="7141525" y="1319188"/>
              <a:ext cx="122450" cy="71800"/>
            </a:xfrm>
            <a:custGeom>
              <a:avLst/>
              <a:gdLst/>
              <a:ahLst/>
              <a:cxnLst/>
              <a:rect l="l" t="t" r="r" b="b"/>
              <a:pathLst>
                <a:path w="4898" h="2872" extrusionOk="0">
                  <a:moveTo>
                    <a:pt x="4606" y="0"/>
                  </a:moveTo>
                  <a:cubicBezTo>
                    <a:pt x="4290" y="0"/>
                    <a:pt x="3794" y="4"/>
                    <a:pt x="3526" y="26"/>
                  </a:cubicBezTo>
                  <a:cubicBezTo>
                    <a:pt x="2203" y="132"/>
                    <a:pt x="1" y="2871"/>
                    <a:pt x="1" y="2871"/>
                  </a:cubicBezTo>
                  <a:lnTo>
                    <a:pt x="4898" y="2744"/>
                  </a:lnTo>
                  <a:lnTo>
                    <a:pt x="4898" y="1"/>
                  </a:lnTo>
                  <a:cubicBezTo>
                    <a:pt x="4898" y="1"/>
                    <a:pt x="4779" y="0"/>
                    <a:pt x="4606" y="0"/>
                  </a:cubicBezTo>
                  <a:close/>
                </a:path>
              </a:pathLst>
            </a:custGeom>
            <a:solidFill>
              <a:srgbClr val="E4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2"/>
            <p:cNvSpPr/>
            <p:nvPr/>
          </p:nvSpPr>
          <p:spPr>
            <a:xfrm>
              <a:off x="7279200" y="1319188"/>
              <a:ext cx="134400" cy="68600"/>
            </a:xfrm>
            <a:custGeom>
              <a:avLst/>
              <a:gdLst/>
              <a:ahLst/>
              <a:cxnLst/>
              <a:rect l="l" t="t" r="r" b="b"/>
              <a:pathLst>
                <a:path w="5376" h="2744" extrusionOk="0">
                  <a:moveTo>
                    <a:pt x="646" y="1"/>
                  </a:moveTo>
                  <a:cubicBezTo>
                    <a:pt x="62" y="1"/>
                    <a:pt x="0" y="47"/>
                    <a:pt x="0" y="47"/>
                  </a:cubicBezTo>
                  <a:lnTo>
                    <a:pt x="0" y="2744"/>
                  </a:lnTo>
                  <a:lnTo>
                    <a:pt x="5375" y="2718"/>
                  </a:lnTo>
                  <a:cubicBezTo>
                    <a:pt x="5375" y="2718"/>
                    <a:pt x="3193" y="104"/>
                    <a:pt x="1657" y="30"/>
                  </a:cubicBezTo>
                  <a:cubicBezTo>
                    <a:pt x="1211" y="9"/>
                    <a:pt x="885" y="1"/>
                    <a:pt x="646" y="1"/>
                  </a:cubicBezTo>
                  <a:close/>
                </a:path>
              </a:pathLst>
            </a:custGeom>
            <a:solidFill>
              <a:srgbClr val="BE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2"/>
            <p:cNvSpPr/>
            <p:nvPr/>
          </p:nvSpPr>
          <p:spPr>
            <a:xfrm>
              <a:off x="7285400" y="1319213"/>
              <a:ext cx="128200" cy="68575"/>
            </a:xfrm>
            <a:custGeom>
              <a:avLst/>
              <a:gdLst/>
              <a:ahLst/>
              <a:cxnLst/>
              <a:rect l="l" t="t" r="r" b="b"/>
              <a:pathLst>
                <a:path w="5128" h="2743" extrusionOk="0">
                  <a:moveTo>
                    <a:pt x="619" y="1"/>
                  </a:moveTo>
                  <a:cubicBezTo>
                    <a:pt x="59" y="1"/>
                    <a:pt x="0" y="46"/>
                    <a:pt x="0" y="46"/>
                  </a:cubicBezTo>
                  <a:lnTo>
                    <a:pt x="0" y="2743"/>
                  </a:lnTo>
                  <a:lnTo>
                    <a:pt x="5127" y="2717"/>
                  </a:lnTo>
                  <a:cubicBezTo>
                    <a:pt x="5127" y="2717"/>
                    <a:pt x="3044" y="103"/>
                    <a:pt x="1581" y="29"/>
                  </a:cubicBezTo>
                  <a:cubicBezTo>
                    <a:pt x="1158" y="8"/>
                    <a:pt x="847" y="1"/>
                    <a:pt x="619" y="1"/>
                  </a:cubicBezTo>
                  <a:close/>
                </a:path>
              </a:pathLst>
            </a:custGeom>
            <a:solidFill>
              <a:srgbClr val="E4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2"/>
            <p:cNvSpPr/>
            <p:nvPr/>
          </p:nvSpPr>
          <p:spPr>
            <a:xfrm>
              <a:off x="7106600" y="1403813"/>
              <a:ext cx="2150" cy="31150"/>
            </a:xfrm>
            <a:custGeom>
              <a:avLst/>
              <a:gdLst/>
              <a:ahLst/>
              <a:cxnLst/>
              <a:rect l="l" t="t" r="r" b="b"/>
              <a:pathLst>
                <a:path w="86" h="1246" extrusionOk="0">
                  <a:moveTo>
                    <a:pt x="0" y="1"/>
                  </a:moveTo>
                  <a:lnTo>
                    <a:pt x="0" y="1246"/>
                  </a:lnTo>
                  <a:lnTo>
                    <a:pt x="85" y="1246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2"/>
            <p:cNvSpPr/>
            <p:nvPr/>
          </p:nvSpPr>
          <p:spPr>
            <a:xfrm>
              <a:off x="7379325" y="1397688"/>
              <a:ext cx="2125" cy="39175"/>
            </a:xfrm>
            <a:custGeom>
              <a:avLst/>
              <a:gdLst/>
              <a:ahLst/>
              <a:cxnLst/>
              <a:rect l="l" t="t" r="r" b="b"/>
              <a:pathLst>
                <a:path w="85" h="1567" extrusionOk="0">
                  <a:moveTo>
                    <a:pt x="1" y="1"/>
                  </a:moveTo>
                  <a:lnTo>
                    <a:pt x="1" y="1566"/>
                  </a:lnTo>
                  <a:lnTo>
                    <a:pt x="85" y="1566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2"/>
            <p:cNvSpPr/>
            <p:nvPr/>
          </p:nvSpPr>
          <p:spPr>
            <a:xfrm>
              <a:off x="7491350" y="1408863"/>
              <a:ext cx="114700" cy="4375"/>
            </a:xfrm>
            <a:custGeom>
              <a:avLst/>
              <a:gdLst/>
              <a:ahLst/>
              <a:cxnLst/>
              <a:rect l="l" t="t" r="r" b="b"/>
              <a:pathLst>
                <a:path w="4588" h="175" extrusionOk="0">
                  <a:moveTo>
                    <a:pt x="4586" y="1"/>
                  </a:moveTo>
                  <a:lnTo>
                    <a:pt x="1" y="90"/>
                  </a:lnTo>
                  <a:lnTo>
                    <a:pt x="2" y="175"/>
                  </a:lnTo>
                  <a:lnTo>
                    <a:pt x="4588" y="85"/>
                  </a:lnTo>
                  <a:lnTo>
                    <a:pt x="4586" y="1"/>
                  </a:lnTo>
                  <a:close/>
                </a:path>
              </a:pathLst>
            </a:custGeom>
            <a:solidFill>
              <a:srgbClr val="EE37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2"/>
            <p:cNvSpPr/>
            <p:nvPr/>
          </p:nvSpPr>
          <p:spPr>
            <a:xfrm>
              <a:off x="7484350" y="1417063"/>
              <a:ext cx="33775" cy="18825"/>
            </a:xfrm>
            <a:custGeom>
              <a:avLst/>
              <a:gdLst/>
              <a:ahLst/>
              <a:cxnLst/>
              <a:rect l="l" t="t" r="r" b="b"/>
              <a:pathLst>
                <a:path w="1351" h="753" extrusionOk="0">
                  <a:moveTo>
                    <a:pt x="11" y="0"/>
                  </a:moveTo>
                  <a:cubicBezTo>
                    <a:pt x="6" y="0"/>
                    <a:pt x="1" y="4"/>
                    <a:pt x="1" y="11"/>
                  </a:cubicBezTo>
                  <a:lnTo>
                    <a:pt x="1" y="742"/>
                  </a:lnTo>
                  <a:cubicBezTo>
                    <a:pt x="1" y="747"/>
                    <a:pt x="5" y="752"/>
                    <a:pt x="11" y="752"/>
                  </a:cubicBezTo>
                  <a:lnTo>
                    <a:pt x="1338" y="752"/>
                  </a:lnTo>
                  <a:cubicBezTo>
                    <a:pt x="1346" y="752"/>
                    <a:pt x="1351" y="747"/>
                    <a:pt x="1349" y="742"/>
                  </a:cubicBezTo>
                  <a:lnTo>
                    <a:pt x="1349" y="11"/>
                  </a:lnTo>
                  <a:cubicBezTo>
                    <a:pt x="1349" y="6"/>
                    <a:pt x="1346" y="0"/>
                    <a:pt x="1338" y="0"/>
                  </a:cubicBezTo>
                  <a:close/>
                </a:path>
              </a:pathLst>
            </a:custGeom>
            <a:solidFill>
              <a:srgbClr val="FFDF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2"/>
            <p:cNvSpPr/>
            <p:nvPr/>
          </p:nvSpPr>
          <p:spPr>
            <a:xfrm>
              <a:off x="7588150" y="1417063"/>
              <a:ext cx="33750" cy="18825"/>
            </a:xfrm>
            <a:custGeom>
              <a:avLst/>
              <a:gdLst/>
              <a:ahLst/>
              <a:cxnLst/>
              <a:rect l="l" t="t" r="r" b="b"/>
              <a:pathLst>
                <a:path w="1350" h="753" extrusionOk="0">
                  <a:moveTo>
                    <a:pt x="11" y="0"/>
                  </a:moveTo>
                  <a:cubicBezTo>
                    <a:pt x="5" y="0"/>
                    <a:pt x="0" y="4"/>
                    <a:pt x="0" y="11"/>
                  </a:cubicBezTo>
                  <a:lnTo>
                    <a:pt x="0" y="742"/>
                  </a:lnTo>
                  <a:cubicBezTo>
                    <a:pt x="0" y="747"/>
                    <a:pt x="4" y="752"/>
                    <a:pt x="11" y="752"/>
                  </a:cubicBezTo>
                  <a:lnTo>
                    <a:pt x="1338" y="752"/>
                  </a:lnTo>
                  <a:cubicBezTo>
                    <a:pt x="1344" y="752"/>
                    <a:pt x="1349" y="747"/>
                    <a:pt x="1348" y="742"/>
                  </a:cubicBezTo>
                  <a:lnTo>
                    <a:pt x="1348" y="11"/>
                  </a:lnTo>
                  <a:cubicBezTo>
                    <a:pt x="1348" y="6"/>
                    <a:pt x="1344" y="0"/>
                    <a:pt x="1338" y="0"/>
                  </a:cubicBezTo>
                  <a:close/>
                </a:path>
              </a:pathLst>
            </a:custGeom>
            <a:solidFill>
              <a:srgbClr val="FFDF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2"/>
            <p:cNvSpPr/>
            <p:nvPr/>
          </p:nvSpPr>
          <p:spPr>
            <a:xfrm>
              <a:off x="7384775" y="1319188"/>
              <a:ext cx="148075" cy="73150"/>
            </a:xfrm>
            <a:custGeom>
              <a:avLst/>
              <a:gdLst/>
              <a:ahLst/>
              <a:cxnLst/>
              <a:rect l="l" t="t" r="r" b="b"/>
              <a:pathLst>
                <a:path w="5923" h="2926" extrusionOk="0">
                  <a:moveTo>
                    <a:pt x="0" y="0"/>
                  </a:moveTo>
                  <a:cubicBezTo>
                    <a:pt x="122" y="95"/>
                    <a:pt x="1632" y="1238"/>
                    <a:pt x="2688" y="2925"/>
                  </a:cubicBezTo>
                  <a:lnTo>
                    <a:pt x="5923" y="2812"/>
                  </a:lnTo>
                  <a:cubicBezTo>
                    <a:pt x="5923" y="2812"/>
                    <a:pt x="4527" y="780"/>
                    <a:pt x="3004" y="4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E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2"/>
            <p:cNvSpPr/>
            <p:nvPr/>
          </p:nvSpPr>
          <p:spPr>
            <a:xfrm>
              <a:off x="7384800" y="1319188"/>
              <a:ext cx="142750" cy="73150"/>
            </a:xfrm>
            <a:custGeom>
              <a:avLst/>
              <a:gdLst/>
              <a:ahLst/>
              <a:cxnLst/>
              <a:rect l="l" t="t" r="r" b="b"/>
              <a:pathLst>
                <a:path w="5710" h="2926" extrusionOk="0">
                  <a:moveTo>
                    <a:pt x="0" y="0"/>
                  </a:moveTo>
                  <a:lnTo>
                    <a:pt x="0" y="0"/>
                  </a:lnTo>
                  <a:cubicBezTo>
                    <a:pt x="121" y="95"/>
                    <a:pt x="1631" y="1238"/>
                    <a:pt x="2687" y="2925"/>
                  </a:cubicBezTo>
                  <a:lnTo>
                    <a:pt x="5709" y="2820"/>
                  </a:lnTo>
                  <a:cubicBezTo>
                    <a:pt x="5709" y="2820"/>
                    <a:pt x="4330" y="778"/>
                    <a:pt x="2809" y="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4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2"/>
            <p:cNvSpPr/>
            <p:nvPr/>
          </p:nvSpPr>
          <p:spPr>
            <a:xfrm>
              <a:off x="6846300" y="1155863"/>
              <a:ext cx="120800" cy="120750"/>
            </a:xfrm>
            <a:custGeom>
              <a:avLst/>
              <a:gdLst/>
              <a:ahLst/>
              <a:cxnLst/>
              <a:rect l="l" t="t" r="r" b="b"/>
              <a:pathLst>
                <a:path w="4832" h="4830" extrusionOk="0">
                  <a:moveTo>
                    <a:pt x="40" y="0"/>
                  </a:moveTo>
                  <a:cubicBezTo>
                    <a:pt x="17" y="0"/>
                    <a:pt x="1" y="18"/>
                    <a:pt x="1" y="39"/>
                  </a:cubicBezTo>
                  <a:lnTo>
                    <a:pt x="1" y="4791"/>
                  </a:lnTo>
                  <a:cubicBezTo>
                    <a:pt x="1" y="4813"/>
                    <a:pt x="17" y="4830"/>
                    <a:pt x="40" y="4830"/>
                  </a:cubicBezTo>
                  <a:lnTo>
                    <a:pt x="4792" y="4830"/>
                  </a:lnTo>
                  <a:cubicBezTo>
                    <a:pt x="4815" y="4830"/>
                    <a:pt x="4831" y="4813"/>
                    <a:pt x="4831" y="4791"/>
                  </a:cubicBezTo>
                  <a:lnTo>
                    <a:pt x="4831" y="39"/>
                  </a:lnTo>
                  <a:cubicBezTo>
                    <a:pt x="4831" y="18"/>
                    <a:pt x="4812" y="0"/>
                    <a:pt x="4792" y="0"/>
                  </a:cubicBezTo>
                  <a:close/>
                </a:path>
              </a:pathLst>
            </a:custGeom>
            <a:solidFill>
              <a:srgbClr val="6A85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2"/>
            <p:cNvSpPr/>
            <p:nvPr/>
          </p:nvSpPr>
          <p:spPr>
            <a:xfrm>
              <a:off x="6901725" y="1250138"/>
              <a:ext cx="5150" cy="240300"/>
            </a:xfrm>
            <a:custGeom>
              <a:avLst/>
              <a:gdLst/>
              <a:ahLst/>
              <a:cxnLst/>
              <a:rect l="l" t="t" r="r" b="b"/>
              <a:pathLst>
                <a:path w="206" h="9612" extrusionOk="0">
                  <a:moveTo>
                    <a:pt x="0" y="0"/>
                  </a:moveTo>
                  <a:lnTo>
                    <a:pt x="0" y="9612"/>
                  </a:lnTo>
                  <a:lnTo>
                    <a:pt x="206" y="9612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BE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2"/>
            <p:cNvSpPr/>
            <p:nvPr/>
          </p:nvSpPr>
          <p:spPr>
            <a:xfrm>
              <a:off x="6904625" y="1250138"/>
              <a:ext cx="5175" cy="240300"/>
            </a:xfrm>
            <a:custGeom>
              <a:avLst/>
              <a:gdLst/>
              <a:ahLst/>
              <a:cxnLst/>
              <a:rect l="l" t="t" r="r" b="b"/>
              <a:pathLst>
                <a:path w="207" h="9612" extrusionOk="0">
                  <a:moveTo>
                    <a:pt x="0" y="0"/>
                  </a:moveTo>
                  <a:lnTo>
                    <a:pt x="0" y="9612"/>
                  </a:lnTo>
                  <a:lnTo>
                    <a:pt x="207" y="9612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E4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2"/>
            <p:cNvSpPr/>
            <p:nvPr/>
          </p:nvSpPr>
          <p:spPr>
            <a:xfrm>
              <a:off x="6878750" y="1484913"/>
              <a:ext cx="55875" cy="7225"/>
            </a:xfrm>
            <a:custGeom>
              <a:avLst/>
              <a:gdLst/>
              <a:ahLst/>
              <a:cxnLst/>
              <a:rect l="l" t="t" r="r" b="b"/>
              <a:pathLst>
                <a:path w="2235" h="289" extrusionOk="0">
                  <a:moveTo>
                    <a:pt x="1" y="1"/>
                  </a:moveTo>
                  <a:lnTo>
                    <a:pt x="1" y="289"/>
                  </a:lnTo>
                  <a:lnTo>
                    <a:pt x="2235" y="289"/>
                  </a:lnTo>
                  <a:lnTo>
                    <a:pt x="2235" y="1"/>
                  </a:lnTo>
                  <a:close/>
                </a:path>
              </a:pathLst>
            </a:custGeom>
            <a:solidFill>
              <a:srgbClr val="BE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2"/>
            <p:cNvSpPr/>
            <p:nvPr/>
          </p:nvSpPr>
          <p:spPr>
            <a:xfrm>
              <a:off x="6890950" y="1484913"/>
              <a:ext cx="43650" cy="7225"/>
            </a:xfrm>
            <a:custGeom>
              <a:avLst/>
              <a:gdLst/>
              <a:ahLst/>
              <a:cxnLst/>
              <a:rect l="l" t="t" r="r" b="b"/>
              <a:pathLst>
                <a:path w="1746" h="289" extrusionOk="0">
                  <a:moveTo>
                    <a:pt x="1" y="1"/>
                  </a:moveTo>
                  <a:lnTo>
                    <a:pt x="1" y="289"/>
                  </a:lnTo>
                  <a:lnTo>
                    <a:pt x="1746" y="289"/>
                  </a:lnTo>
                  <a:lnTo>
                    <a:pt x="1746" y="1"/>
                  </a:lnTo>
                  <a:close/>
                </a:path>
              </a:pathLst>
            </a:custGeom>
            <a:solidFill>
              <a:srgbClr val="E4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2"/>
            <p:cNvSpPr/>
            <p:nvPr/>
          </p:nvSpPr>
          <p:spPr>
            <a:xfrm>
              <a:off x="6851825" y="1155863"/>
              <a:ext cx="120750" cy="120750"/>
            </a:xfrm>
            <a:custGeom>
              <a:avLst/>
              <a:gdLst/>
              <a:ahLst/>
              <a:cxnLst/>
              <a:rect l="l" t="t" r="r" b="b"/>
              <a:pathLst>
                <a:path w="4830" h="4830" extrusionOk="0">
                  <a:moveTo>
                    <a:pt x="39" y="0"/>
                  </a:moveTo>
                  <a:cubicBezTo>
                    <a:pt x="17" y="0"/>
                    <a:pt x="0" y="18"/>
                    <a:pt x="0" y="39"/>
                  </a:cubicBezTo>
                  <a:lnTo>
                    <a:pt x="0" y="4791"/>
                  </a:lnTo>
                  <a:cubicBezTo>
                    <a:pt x="0" y="4813"/>
                    <a:pt x="17" y="4830"/>
                    <a:pt x="39" y="4830"/>
                  </a:cubicBezTo>
                  <a:lnTo>
                    <a:pt x="4792" y="4830"/>
                  </a:lnTo>
                  <a:cubicBezTo>
                    <a:pt x="4813" y="4830"/>
                    <a:pt x="4830" y="4813"/>
                    <a:pt x="4830" y="4791"/>
                  </a:cubicBezTo>
                  <a:lnTo>
                    <a:pt x="4830" y="39"/>
                  </a:lnTo>
                  <a:cubicBezTo>
                    <a:pt x="4830" y="18"/>
                    <a:pt x="4813" y="0"/>
                    <a:pt x="4792" y="0"/>
                  </a:cubicBezTo>
                  <a:close/>
                </a:path>
              </a:pathLst>
            </a:custGeom>
            <a:solidFill>
              <a:srgbClr val="87A1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2"/>
            <p:cNvSpPr/>
            <p:nvPr/>
          </p:nvSpPr>
          <p:spPr>
            <a:xfrm>
              <a:off x="6894250" y="1180688"/>
              <a:ext cx="42475" cy="69450"/>
            </a:xfrm>
            <a:custGeom>
              <a:avLst/>
              <a:gdLst/>
              <a:ahLst/>
              <a:cxnLst/>
              <a:rect l="l" t="t" r="r" b="b"/>
              <a:pathLst>
                <a:path w="1699" h="2778" extrusionOk="0">
                  <a:moveTo>
                    <a:pt x="691" y="284"/>
                  </a:moveTo>
                  <a:cubicBezTo>
                    <a:pt x="1084" y="284"/>
                    <a:pt x="1342" y="460"/>
                    <a:pt x="1342" y="824"/>
                  </a:cubicBezTo>
                  <a:cubicBezTo>
                    <a:pt x="1342" y="1203"/>
                    <a:pt x="1080" y="1412"/>
                    <a:pt x="652" y="1412"/>
                  </a:cubicBezTo>
                  <a:cubicBezTo>
                    <a:pt x="534" y="1412"/>
                    <a:pt x="435" y="1404"/>
                    <a:pt x="357" y="1384"/>
                  </a:cubicBezTo>
                  <a:lnTo>
                    <a:pt x="356" y="1384"/>
                  </a:lnTo>
                  <a:lnTo>
                    <a:pt x="356" y="312"/>
                  </a:lnTo>
                  <a:cubicBezTo>
                    <a:pt x="417" y="295"/>
                    <a:pt x="536" y="284"/>
                    <a:pt x="691" y="284"/>
                  </a:cubicBezTo>
                  <a:close/>
                  <a:moveTo>
                    <a:pt x="684" y="1"/>
                  </a:moveTo>
                  <a:cubicBezTo>
                    <a:pt x="398" y="1"/>
                    <a:pt x="173" y="25"/>
                    <a:pt x="1" y="54"/>
                  </a:cubicBezTo>
                  <a:lnTo>
                    <a:pt x="1" y="2777"/>
                  </a:lnTo>
                  <a:lnTo>
                    <a:pt x="357" y="2777"/>
                  </a:lnTo>
                  <a:lnTo>
                    <a:pt x="357" y="1673"/>
                  </a:lnTo>
                  <a:cubicBezTo>
                    <a:pt x="439" y="1694"/>
                    <a:pt x="538" y="1698"/>
                    <a:pt x="644" y="1698"/>
                  </a:cubicBezTo>
                  <a:cubicBezTo>
                    <a:pt x="991" y="1698"/>
                    <a:pt x="1298" y="1596"/>
                    <a:pt x="1486" y="1395"/>
                  </a:cubicBezTo>
                  <a:cubicBezTo>
                    <a:pt x="1624" y="1253"/>
                    <a:pt x="1699" y="1057"/>
                    <a:pt x="1699" y="807"/>
                  </a:cubicBezTo>
                  <a:cubicBezTo>
                    <a:pt x="1699" y="561"/>
                    <a:pt x="1609" y="361"/>
                    <a:pt x="1457" y="231"/>
                  </a:cubicBezTo>
                  <a:cubicBezTo>
                    <a:pt x="1293" y="82"/>
                    <a:pt x="1035" y="1"/>
                    <a:pt x="684" y="1"/>
                  </a:cubicBezTo>
                  <a:close/>
                </a:path>
              </a:pathLst>
            </a:custGeom>
            <a:solidFill>
              <a:srgbClr val="EF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2"/>
            <p:cNvSpPr/>
            <p:nvPr/>
          </p:nvSpPr>
          <p:spPr>
            <a:xfrm>
              <a:off x="7469725" y="1326188"/>
              <a:ext cx="133575" cy="72325"/>
            </a:xfrm>
            <a:custGeom>
              <a:avLst/>
              <a:gdLst/>
              <a:ahLst/>
              <a:cxnLst/>
              <a:rect l="l" t="t" r="r" b="b"/>
              <a:pathLst>
                <a:path w="5343" h="2893" extrusionOk="0">
                  <a:moveTo>
                    <a:pt x="5343" y="0"/>
                  </a:moveTo>
                  <a:lnTo>
                    <a:pt x="868" y="43"/>
                  </a:lnTo>
                  <a:lnTo>
                    <a:pt x="0" y="2893"/>
                  </a:lnTo>
                  <a:lnTo>
                    <a:pt x="4681" y="2854"/>
                  </a:lnTo>
                  <a:lnTo>
                    <a:pt x="5343" y="0"/>
                  </a:ln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2"/>
            <p:cNvSpPr/>
            <p:nvPr/>
          </p:nvSpPr>
          <p:spPr>
            <a:xfrm>
              <a:off x="7583900" y="1317513"/>
              <a:ext cx="50700" cy="48400"/>
            </a:xfrm>
            <a:custGeom>
              <a:avLst/>
              <a:gdLst/>
              <a:ahLst/>
              <a:cxnLst/>
              <a:rect l="l" t="t" r="r" b="b"/>
              <a:pathLst>
                <a:path w="2028" h="1936" extrusionOk="0">
                  <a:moveTo>
                    <a:pt x="1631" y="1"/>
                  </a:moveTo>
                  <a:cubicBezTo>
                    <a:pt x="1631" y="1"/>
                    <a:pt x="1047" y="1204"/>
                    <a:pt x="524" y="1489"/>
                  </a:cubicBezTo>
                  <a:cubicBezTo>
                    <a:pt x="0" y="1774"/>
                    <a:pt x="886" y="1936"/>
                    <a:pt x="886" y="1936"/>
                  </a:cubicBezTo>
                  <a:cubicBezTo>
                    <a:pt x="886" y="1936"/>
                    <a:pt x="1771" y="1343"/>
                    <a:pt x="1900" y="779"/>
                  </a:cubicBezTo>
                  <a:cubicBezTo>
                    <a:pt x="2027" y="215"/>
                    <a:pt x="1631" y="1"/>
                    <a:pt x="1631" y="1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2"/>
            <p:cNvSpPr/>
            <p:nvPr/>
          </p:nvSpPr>
          <p:spPr>
            <a:xfrm>
              <a:off x="7606450" y="1308738"/>
              <a:ext cx="48150" cy="47900"/>
            </a:xfrm>
            <a:custGeom>
              <a:avLst/>
              <a:gdLst/>
              <a:ahLst/>
              <a:cxnLst/>
              <a:rect l="l" t="t" r="r" b="b"/>
              <a:pathLst>
                <a:path w="1926" h="1916" extrusionOk="0">
                  <a:moveTo>
                    <a:pt x="1104" y="0"/>
                  </a:moveTo>
                  <a:cubicBezTo>
                    <a:pt x="581" y="0"/>
                    <a:pt x="0" y="1403"/>
                    <a:pt x="0" y="1403"/>
                  </a:cubicBezTo>
                  <a:lnTo>
                    <a:pt x="729" y="1915"/>
                  </a:lnTo>
                  <a:cubicBezTo>
                    <a:pt x="729" y="1915"/>
                    <a:pt x="1926" y="713"/>
                    <a:pt x="1343" y="113"/>
                  </a:cubicBezTo>
                  <a:cubicBezTo>
                    <a:pt x="1266" y="35"/>
                    <a:pt x="1186" y="0"/>
                    <a:pt x="1104" y="0"/>
                  </a:cubicBezTo>
                  <a:close/>
                </a:path>
              </a:pathLst>
            </a:custGeom>
            <a:solidFill>
              <a:srgbClr val="FFB6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2"/>
            <p:cNvSpPr/>
            <p:nvPr/>
          </p:nvSpPr>
          <p:spPr>
            <a:xfrm>
              <a:off x="7677400" y="1520563"/>
              <a:ext cx="24525" cy="21100"/>
            </a:xfrm>
            <a:custGeom>
              <a:avLst/>
              <a:gdLst/>
              <a:ahLst/>
              <a:cxnLst/>
              <a:rect l="l" t="t" r="r" b="b"/>
              <a:pathLst>
                <a:path w="981" h="844" extrusionOk="0">
                  <a:moveTo>
                    <a:pt x="731" y="1"/>
                  </a:moveTo>
                  <a:cubicBezTo>
                    <a:pt x="724" y="1"/>
                    <a:pt x="717" y="3"/>
                    <a:pt x="711" y="9"/>
                  </a:cubicBezTo>
                  <a:cubicBezTo>
                    <a:pt x="622" y="97"/>
                    <a:pt x="527" y="119"/>
                    <a:pt x="452" y="119"/>
                  </a:cubicBezTo>
                  <a:cubicBezTo>
                    <a:pt x="380" y="119"/>
                    <a:pt x="326" y="99"/>
                    <a:pt x="308" y="99"/>
                  </a:cubicBezTo>
                  <a:cubicBezTo>
                    <a:pt x="296" y="99"/>
                    <a:pt x="301" y="108"/>
                    <a:pt x="330" y="138"/>
                  </a:cubicBezTo>
                  <a:cubicBezTo>
                    <a:pt x="536" y="359"/>
                    <a:pt x="114" y="505"/>
                    <a:pt x="62" y="594"/>
                  </a:cubicBezTo>
                  <a:cubicBezTo>
                    <a:pt x="18" y="670"/>
                    <a:pt x="0" y="819"/>
                    <a:pt x="136" y="840"/>
                  </a:cubicBezTo>
                  <a:cubicBezTo>
                    <a:pt x="152" y="843"/>
                    <a:pt x="169" y="844"/>
                    <a:pt x="187" y="844"/>
                  </a:cubicBezTo>
                  <a:cubicBezTo>
                    <a:pt x="463" y="844"/>
                    <a:pt x="938" y="572"/>
                    <a:pt x="962" y="379"/>
                  </a:cubicBezTo>
                  <a:cubicBezTo>
                    <a:pt x="980" y="241"/>
                    <a:pt x="808" y="1"/>
                    <a:pt x="731" y="1"/>
                  </a:cubicBezTo>
                  <a:close/>
                </a:path>
              </a:pathLst>
            </a:custGeom>
            <a:solidFill>
              <a:srgbClr val="FC9E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2"/>
            <p:cNvSpPr/>
            <p:nvPr/>
          </p:nvSpPr>
          <p:spPr>
            <a:xfrm>
              <a:off x="7610075" y="1377388"/>
              <a:ext cx="88275" cy="151875"/>
            </a:xfrm>
            <a:custGeom>
              <a:avLst/>
              <a:gdLst/>
              <a:ahLst/>
              <a:cxnLst/>
              <a:rect l="l" t="t" r="r" b="b"/>
              <a:pathLst>
                <a:path w="3531" h="6075" extrusionOk="0">
                  <a:moveTo>
                    <a:pt x="1462" y="1"/>
                  </a:moveTo>
                  <a:lnTo>
                    <a:pt x="0" y="836"/>
                  </a:lnTo>
                  <a:cubicBezTo>
                    <a:pt x="0" y="836"/>
                    <a:pt x="435" y="2148"/>
                    <a:pt x="643" y="2708"/>
                  </a:cubicBezTo>
                  <a:cubicBezTo>
                    <a:pt x="643" y="2708"/>
                    <a:pt x="648" y="2723"/>
                    <a:pt x="657" y="2742"/>
                  </a:cubicBezTo>
                  <a:cubicBezTo>
                    <a:pt x="666" y="2765"/>
                    <a:pt x="673" y="2788"/>
                    <a:pt x="682" y="2807"/>
                  </a:cubicBezTo>
                  <a:cubicBezTo>
                    <a:pt x="788" y="3089"/>
                    <a:pt x="979" y="3643"/>
                    <a:pt x="1087" y="3815"/>
                  </a:cubicBezTo>
                  <a:cubicBezTo>
                    <a:pt x="1274" y="4115"/>
                    <a:pt x="2971" y="6075"/>
                    <a:pt x="2971" y="6075"/>
                  </a:cubicBezTo>
                  <a:cubicBezTo>
                    <a:pt x="2971" y="6075"/>
                    <a:pt x="2975" y="6075"/>
                    <a:pt x="2983" y="6075"/>
                  </a:cubicBezTo>
                  <a:cubicBezTo>
                    <a:pt x="3047" y="6075"/>
                    <a:pt x="3357" y="6057"/>
                    <a:pt x="3531" y="5717"/>
                  </a:cubicBezTo>
                  <a:cubicBezTo>
                    <a:pt x="3531" y="5717"/>
                    <a:pt x="2839" y="3636"/>
                    <a:pt x="2108" y="3079"/>
                  </a:cubicBezTo>
                  <a:cubicBezTo>
                    <a:pt x="2108" y="3079"/>
                    <a:pt x="1788" y="731"/>
                    <a:pt x="1462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2"/>
            <p:cNvSpPr/>
            <p:nvPr/>
          </p:nvSpPr>
          <p:spPr>
            <a:xfrm>
              <a:off x="7573400" y="1535113"/>
              <a:ext cx="28650" cy="17275"/>
            </a:xfrm>
            <a:custGeom>
              <a:avLst/>
              <a:gdLst/>
              <a:ahLst/>
              <a:cxnLst/>
              <a:rect l="l" t="t" r="r" b="b"/>
              <a:pathLst>
                <a:path w="1146" h="691" extrusionOk="0">
                  <a:moveTo>
                    <a:pt x="641" y="1"/>
                  </a:moveTo>
                  <a:cubicBezTo>
                    <a:pt x="635" y="1"/>
                    <a:pt x="636" y="14"/>
                    <a:pt x="642" y="48"/>
                  </a:cubicBezTo>
                  <a:cubicBezTo>
                    <a:pt x="698" y="344"/>
                    <a:pt x="264" y="243"/>
                    <a:pt x="171" y="290"/>
                  </a:cubicBezTo>
                  <a:cubicBezTo>
                    <a:pt x="94" y="332"/>
                    <a:pt x="0" y="448"/>
                    <a:pt x="104" y="538"/>
                  </a:cubicBezTo>
                  <a:cubicBezTo>
                    <a:pt x="218" y="636"/>
                    <a:pt x="462" y="690"/>
                    <a:pt x="678" y="690"/>
                  </a:cubicBezTo>
                  <a:cubicBezTo>
                    <a:pt x="844" y="690"/>
                    <a:pt x="993" y="658"/>
                    <a:pt x="1051" y="588"/>
                  </a:cubicBezTo>
                  <a:cubicBezTo>
                    <a:pt x="1146" y="474"/>
                    <a:pt x="1117" y="140"/>
                    <a:pt x="1041" y="140"/>
                  </a:cubicBezTo>
                  <a:cubicBezTo>
                    <a:pt x="1039" y="140"/>
                    <a:pt x="1037" y="141"/>
                    <a:pt x="1035" y="141"/>
                  </a:cubicBezTo>
                  <a:cubicBezTo>
                    <a:pt x="1004" y="148"/>
                    <a:pt x="975" y="151"/>
                    <a:pt x="948" y="151"/>
                  </a:cubicBezTo>
                  <a:cubicBezTo>
                    <a:pt x="753" y="151"/>
                    <a:pt x="661" y="1"/>
                    <a:pt x="641" y="1"/>
                  </a:cubicBezTo>
                  <a:close/>
                </a:path>
              </a:pathLst>
            </a:custGeom>
            <a:solidFill>
              <a:srgbClr val="FC9E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2"/>
            <p:cNvSpPr/>
            <p:nvPr/>
          </p:nvSpPr>
          <p:spPr>
            <a:xfrm>
              <a:off x="7575825" y="1389613"/>
              <a:ext cx="57350" cy="152775"/>
            </a:xfrm>
            <a:custGeom>
              <a:avLst/>
              <a:gdLst/>
              <a:ahLst/>
              <a:cxnLst/>
              <a:rect l="l" t="t" r="r" b="b"/>
              <a:pathLst>
                <a:path w="2294" h="6111" extrusionOk="0">
                  <a:moveTo>
                    <a:pt x="675" y="0"/>
                  </a:moveTo>
                  <a:cubicBezTo>
                    <a:pt x="675" y="0"/>
                    <a:pt x="341" y="1342"/>
                    <a:pt x="219" y="1927"/>
                  </a:cubicBezTo>
                  <a:cubicBezTo>
                    <a:pt x="219" y="1927"/>
                    <a:pt x="215" y="1941"/>
                    <a:pt x="211" y="1963"/>
                  </a:cubicBezTo>
                  <a:cubicBezTo>
                    <a:pt x="206" y="1986"/>
                    <a:pt x="202" y="2010"/>
                    <a:pt x="198" y="2030"/>
                  </a:cubicBezTo>
                  <a:cubicBezTo>
                    <a:pt x="140" y="2326"/>
                    <a:pt x="5" y="2896"/>
                    <a:pt x="4" y="3099"/>
                  </a:cubicBezTo>
                  <a:cubicBezTo>
                    <a:pt x="1" y="3452"/>
                    <a:pt x="391" y="6016"/>
                    <a:pt x="391" y="6016"/>
                  </a:cubicBezTo>
                  <a:cubicBezTo>
                    <a:pt x="391" y="6016"/>
                    <a:pt x="520" y="6110"/>
                    <a:pt x="715" y="6110"/>
                  </a:cubicBezTo>
                  <a:cubicBezTo>
                    <a:pt x="814" y="6110"/>
                    <a:pt x="931" y="6086"/>
                    <a:pt x="1055" y="6012"/>
                  </a:cubicBezTo>
                  <a:cubicBezTo>
                    <a:pt x="1055" y="6012"/>
                    <a:pt x="1581" y="3882"/>
                    <a:pt x="1261" y="3022"/>
                  </a:cubicBezTo>
                  <a:cubicBezTo>
                    <a:pt x="1260" y="3022"/>
                    <a:pt x="2181" y="827"/>
                    <a:pt x="2293" y="36"/>
                  </a:cubicBezTo>
                  <a:lnTo>
                    <a:pt x="675" y="0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2"/>
            <p:cNvSpPr/>
            <p:nvPr/>
          </p:nvSpPr>
          <p:spPr>
            <a:xfrm>
              <a:off x="7589275" y="1308738"/>
              <a:ext cx="64100" cy="87150"/>
            </a:xfrm>
            <a:custGeom>
              <a:avLst/>
              <a:gdLst/>
              <a:ahLst/>
              <a:cxnLst/>
              <a:rect l="l" t="t" r="r" b="b"/>
              <a:pathLst>
                <a:path w="2564" h="3486" extrusionOk="0">
                  <a:moveTo>
                    <a:pt x="1563" y="0"/>
                  </a:moveTo>
                  <a:cubicBezTo>
                    <a:pt x="1288" y="0"/>
                    <a:pt x="978" y="69"/>
                    <a:pt x="723" y="122"/>
                  </a:cubicBezTo>
                  <a:cubicBezTo>
                    <a:pt x="343" y="201"/>
                    <a:pt x="127" y="439"/>
                    <a:pt x="147" y="1389"/>
                  </a:cubicBezTo>
                  <a:cubicBezTo>
                    <a:pt x="155" y="1805"/>
                    <a:pt x="1" y="2823"/>
                    <a:pt x="187" y="3302"/>
                  </a:cubicBezTo>
                  <a:cubicBezTo>
                    <a:pt x="187" y="3302"/>
                    <a:pt x="484" y="3485"/>
                    <a:pt x="1047" y="3485"/>
                  </a:cubicBezTo>
                  <a:cubicBezTo>
                    <a:pt x="1402" y="3485"/>
                    <a:pt x="1861" y="3413"/>
                    <a:pt x="2418" y="3176"/>
                  </a:cubicBezTo>
                  <a:cubicBezTo>
                    <a:pt x="2418" y="3176"/>
                    <a:pt x="2418" y="3176"/>
                    <a:pt x="2418" y="3176"/>
                  </a:cubicBezTo>
                  <a:cubicBezTo>
                    <a:pt x="2418" y="3176"/>
                    <a:pt x="2564" y="1792"/>
                    <a:pt x="2257" y="444"/>
                  </a:cubicBezTo>
                  <a:cubicBezTo>
                    <a:pt x="2178" y="100"/>
                    <a:pt x="1896" y="0"/>
                    <a:pt x="1563" y="0"/>
                  </a:cubicBezTo>
                  <a:close/>
                </a:path>
              </a:pathLst>
            </a:custGeom>
            <a:solidFill>
              <a:srgbClr val="FF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2"/>
            <p:cNvSpPr/>
            <p:nvPr/>
          </p:nvSpPr>
          <p:spPr>
            <a:xfrm>
              <a:off x="7553375" y="1321388"/>
              <a:ext cx="53475" cy="43725"/>
            </a:xfrm>
            <a:custGeom>
              <a:avLst/>
              <a:gdLst/>
              <a:ahLst/>
              <a:cxnLst/>
              <a:rect l="l" t="t" r="r" b="b"/>
              <a:pathLst>
                <a:path w="2139" h="1749" extrusionOk="0">
                  <a:moveTo>
                    <a:pt x="1760" y="0"/>
                  </a:moveTo>
                  <a:cubicBezTo>
                    <a:pt x="1760" y="0"/>
                    <a:pt x="1090" y="1078"/>
                    <a:pt x="545" y="1302"/>
                  </a:cubicBezTo>
                  <a:cubicBezTo>
                    <a:pt x="1" y="1527"/>
                    <a:pt x="872" y="1748"/>
                    <a:pt x="872" y="1748"/>
                  </a:cubicBezTo>
                  <a:cubicBezTo>
                    <a:pt x="872" y="1748"/>
                    <a:pt x="1799" y="1265"/>
                    <a:pt x="1970" y="748"/>
                  </a:cubicBezTo>
                  <a:cubicBezTo>
                    <a:pt x="2139" y="233"/>
                    <a:pt x="1760" y="0"/>
                    <a:pt x="1760" y="0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2"/>
            <p:cNvSpPr/>
            <p:nvPr/>
          </p:nvSpPr>
          <p:spPr>
            <a:xfrm>
              <a:off x="7577200" y="1313913"/>
              <a:ext cx="49300" cy="44025"/>
            </a:xfrm>
            <a:custGeom>
              <a:avLst/>
              <a:gdLst/>
              <a:ahLst/>
              <a:cxnLst/>
              <a:rect l="l" t="t" r="r" b="b"/>
              <a:pathLst>
                <a:path w="1972" h="1761" extrusionOk="0">
                  <a:moveTo>
                    <a:pt x="1183" y="0"/>
                  </a:moveTo>
                  <a:cubicBezTo>
                    <a:pt x="664" y="0"/>
                    <a:pt x="2" y="1223"/>
                    <a:pt x="1" y="1223"/>
                  </a:cubicBezTo>
                  <a:lnTo>
                    <a:pt x="687" y="1760"/>
                  </a:lnTo>
                  <a:cubicBezTo>
                    <a:pt x="687" y="1760"/>
                    <a:pt x="1972" y="732"/>
                    <a:pt x="1437" y="125"/>
                  </a:cubicBezTo>
                  <a:cubicBezTo>
                    <a:pt x="1359" y="38"/>
                    <a:pt x="1273" y="0"/>
                    <a:pt x="1183" y="0"/>
                  </a:cubicBezTo>
                  <a:close/>
                </a:path>
              </a:pathLst>
            </a:custGeom>
            <a:solidFill>
              <a:srgbClr val="FFB6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2"/>
            <p:cNvSpPr/>
            <p:nvPr/>
          </p:nvSpPr>
          <p:spPr>
            <a:xfrm>
              <a:off x="7533425" y="1320363"/>
              <a:ext cx="26475" cy="23925"/>
            </a:xfrm>
            <a:custGeom>
              <a:avLst/>
              <a:gdLst/>
              <a:ahLst/>
              <a:cxnLst/>
              <a:rect l="l" t="t" r="r" b="b"/>
              <a:pathLst>
                <a:path w="1059" h="957" extrusionOk="0">
                  <a:moveTo>
                    <a:pt x="190" y="1"/>
                  </a:moveTo>
                  <a:cubicBezTo>
                    <a:pt x="180" y="1"/>
                    <a:pt x="170" y="3"/>
                    <a:pt x="158" y="8"/>
                  </a:cubicBezTo>
                  <a:cubicBezTo>
                    <a:pt x="134" y="21"/>
                    <a:pt x="114" y="17"/>
                    <a:pt x="89" y="19"/>
                  </a:cubicBezTo>
                  <a:cubicBezTo>
                    <a:pt x="77" y="21"/>
                    <a:pt x="64" y="23"/>
                    <a:pt x="57" y="32"/>
                  </a:cubicBezTo>
                  <a:cubicBezTo>
                    <a:pt x="52" y="36"/>
                    <a:pt x="49" y="41"/>
                    <a:pt x="47" y="47"/>
                  </a:cubicBezTo>
                  <a:cubicBezTo>
                    <a:pt x="41" y="57"/>
                    <a:pt x="33" y="67"/>
                    <a:pt x="23" y="75"/>
                  </a:cubicBezTo>
                  <a:cubicBezTo>
                    <a:pt x="17" y="80"/>
                    <a:pt x="10" y="85"/>
                    <a:pt x="6" y="91"/>
                  </a:cubicBezTo>
                  <a:cubicBezTo>
                    <a:pt x="1" y="101"/>
                    <a:pt x="1" y="112"/>
                    <a:pt x="3" y="122"/>
                  </a:cubicBezTo>
                  <a:cubicBezTo>
                    <a:pt x="12" y="148"/>
                    <a:pt x="20" y="173"/>
                    <a:pt x="32" y="198"/>
                  </a:cubicBezTo>
                  <a:cubicBezTo>
                    <a:pt x="44" y="226"/>
                    <a:pt x="53" y="258"/>
                    <a:pt x="69" y="285"/>
                  </a:cubicBezTo>
                  <a:cubicBezTo>
                    <a:pt x="82" y="308"/>
                    <a:pt x="98" y="327"/>
                    <a:pt x="110" y="349"/>
                  </a:cubicBezTo>
                  <a:cubicBezTo>
                    <a:pt x="166" y="452"/>
                    <a:pt x="319" y="652"/>
                    <a:pt x="326" y="658"/>
                  </a:cubicBezTo>
                  <a:cubicBezTo>
                    <a:pt x="380" y="725"/>
                    <a:pt x="539" y="876"/>
                    <a:pt x="602" y="923"/>
                  </a:cubicBezTo>
                  <a:cubicBezTo>
                    <a:pt x="642" y="951"/>
                    <a:pt x="812" y="957"/>
                    <a:pt x="933" y="957"/>
                  </a:cubicBezTo>
                  <a:cubicBezTo>
                    <a:pt x="1004" y="957"/>
                    <a:pt x="1058" y="955"/>
                    <a:pt x="1058" y="955"/>
                  </a:cubicBezTo>
                  <a:cubicBezTo>
                    <a:pt x="1039" y="955"/>
                    <a:pt x="975" y="863"/>
                    <a:pt x="964" y="851"/>
                  </a:cubicBezTo>
                  <a:cubicBezTo>
                    <a:pt x="860" y="737"/>
                    <a:pt x="738" y="640"/>
                    <a:pt x="663" y="504"/>
                  </a:cubicBezTo>
                  <a:cubicBezTo>
                    <a:pt x="627" y="441"/>
                    <a:pt x="603" y="368"/>
                    <a:pt x="603" y="295"/>
                  </a:cubicBezTo>
                  <a:cubicBezTo>
                    <a:pt x="603" y="252"/>
                    <a:pt x="612" y="209"/>
                    <a:pt x="622" y="168"/>
                  </a:cubicBezTo>
                  <a:cubicBezTo>
                    <a:pt x="625" y="152"/>
                    <a:pt x="628" y="132"/>
                    <a:pt x="616" y="121"/>
                  </a:cubicBezTo>
                  <a:cubicBezTo>
                    <a:pt x="611" y="118"/>
                    <a:pt x="606" y="116"/>
                    <a:pt x="600" y="116"/>
                  </a:cubicBezTo>
                  <a:cubicBezTo>
                    <a:pt x="592" y="116"/>
                    <a:pt x="583" y="120"/>
                    <a:pt x="576" y="125"/>
                  </a:cubicBezTo>
                  <a:cubicBezTo>
                    <a:pt x="546" y="146"/>
                    <a:pt x="537" y="187"/>
                    <a:pt x="520" y="219"/>
                  </a:cubicBezTo>
                  <a:cubicBezTo>
                    <a:pt x="509" y="239"/>
                    <a:pt x="488" y="273"/>
                    <a:pt x="463" y="280"/>
                  </a:cubicBezTo>
                  <a:cubicBezTo>
                    <a:pt x="461" y="280"/>
                    <a:pt x="458" y="281"/>
                    <a:pt x="456" y="281"/>
                  </a:cubicBezTo>
                  <a:cubicBezTo>
                    <a:pt x="434" y="281"/>
                    <a:pt x="411" y="263"/>
                    <a:pt x="397" y="250"/>
                  </a:cubicBezTo>
                  <a:cubicBezTo>
                    <a:pt x="347" y="203"/>
                    <a:pt x="309" y="145"/>
                    <a:pt x="274" y="86"/>
                  </a:cubicBezTo>
                  <a:cubicBezTo>
                    <a:pt x="251" y="48"/>
                    <a:pt x="232" y="1"/>
                    <a:pt x="190" y="1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2"/>
            <p:cNvSpPr/>
            <p:nvPr/>
          </p:nvSpPr>
          <p:spPr>
            <a:xfrm>
              <a:off x="7541575" y="1335613"/>
              <a:ext cx="36750" cy="30575"/>
            </a:xfrm>
            <a:custGeom>
              <a:avLst/>
              <a:gdLst/>
              <a:ahLst/>
              <a:cxnLst/>
              <a:rect l="l" t="t" r="r" b="b"/>
              <a:pathLst>
                <a:path w="1470" h="1223" extrusionOk="0">
                  <a:moveTo>
                    <a:pt x="335" y="1"/>
                  </a:moveTo>
                  <a:lnTo>
                    <a:pt x="0" y="48"/>
                  </a:lnTo>
                  <a:cubicBezTo>
                    <a:pt x="0" y="48"/>
                    <a:pt x="687" y="991"/>
                    <a:pt x="1076" y="1184"/>
                  </a:cubicBezTo>
                  <a:cubicBezTo>
                    <a:pt x="1132" y="1211"/>
                    <a:pt x="1180" y="1223"/>
                    <a:pt x="1221" y="1223"/>
                  </a:cubicBezTo>
                  <a:cubicBezTo>
                    <a:pt x="1468" y="1223"/>
                    <a:pt x="1468" y="797"/>
                    <a:pt x="1469" y="797"/>
                  </a:cubicBezTo>
                  <a:lnTo>
                    <a:pt x="335" y="1"/>
                  </a:ln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2"/>
            <p:cNvSpPr/>
            <p:nvPr/>
          </p:nvSpPr>
          <p:spPr>
            <a:xfrm>
              <a:off x="7611600" y="1308088"/>
              <a:ext cx="19550" cy="7750"/>
            </a:xfrm>
            <a:custGeom>
              <a:avLst/>
              <a:gdLst/>
              <a:ahLst/>
              <a:cxnLst/>
              <a:rect l="l" t="t" r="r" b="b"/>
              <a:pathLst>
                <a:path w="782" h="310" extrusionOk="0">
                  <a:moveTo>
                    <a:pt x="390" y="1"/>
                  </a:moveTo>
                  <a:cubicBezTo>
                    <a:pt x="176" y="1"/>
                    <a:pt x="1" y="70"/>
                    <a:pt x="1" y="155"/>
                  </a:cubicBezTo>
                  <a:cubicBezTo>
                    <a:pt x="1" y="241"/>
                    <a:pt x="176" y="309"/>
                    <a:pt x="390" y="309"/>
                  </a:cubicBezTo>
                  <a:cubicBezTo>
                    <a:pt x="606" y="309"/>
                    <a:pt x="781" y="241"/>
                    <a:pt x="781" y="155"/>
                  </a:cubicBezTo>
                  <a:cubicBezTo>
                    <a:pt x="781" y="70"/>
                    <a:pt x="606" y="1"/>
                    <a:pt x="390" y="1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2"/>
            <p:cNvSpPr/>
            <p:nvPr/>
          </p:nvSpPr>
          <p:spPr>
            <a:xfrm>
              <a:off x="7611675" y="1297838"/>
              <a:ext cx="19475" cy="17125"/>
            </a:xfrm>
            <a:custGeom>
              <a:avLst/>
              <a:gdLst/>
              <a:ahLst/>
              <a:cxnLst/>
              <a:rect l="l" t="t" r="r" b="b"/>
              <a:pathLst>
                <a:path w="779" h="685" extrusionOk="0">
                  <a:moveTo>
                    <a:pt x="696" y="1"/>
                  </a:moveTo>
                  <a:lnTo>
                    <a:pt x="66" y="113"/>
                  </a:lnTo>
                  <a:cubicBezTo>
                    <a:pt x="66" y="113"/>
                    <a:pt x="216" y="289"/>
                    <a:pt x="1" y="550"/>
                  </a:cubicBezTo>
                  <a:cubicBezTo>
                    <a:pt x="1" y="550"/>
                    <a:pt x="225" y="684"/>
                    <a:pt x="455" y="684"/>
                  </a:cubicBezTo>
                  <a:cubicBezTo>
                    <a:pt x="571" y="684"/>
                    <a:pt x="688" y="650"/>
                    <a:pt x="778" y="548"/>
                  </a:cubicBezTo>
                  <a:cubicBezTo>
                    <a:pt x="778" y="548"/>
                    <a:pt x="631" y="326"/>
                    <a:pt x="696" y="1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2"/>
            <p:cNvSpPr/>
            <p:nvPr/>
          </p:nvSpPr>
          <p:spPr>
            <a:xfrm>
              <a:off x="7603950" y="1268763"/>
              <a:ext cx="32925" cy="33275"/>
            </a:xfrm>
            <a:custGeom>
              <a:avLst/>
              <a:gdLst/>
              <a:ahLst/>
              <a:cxnLst/>
              <a:rect l="l" t="t" r="r" b="b"/>
              <a:pathLst>
                <a:path w="1317" h="1331" extrusionOk="0">
                  <a:moveTo>
                    <a:pt x="184" y="0"/>
                  </a:moveTo>
                  <a:cubicBezTo>
                    <a:pt x="172" y="0"/>
                    <a:pt x="161" y="2"/>
                    <a:pt x="151" y="5"/>
                  </a:cubicBezTo>
                  <a:cubicBezTo>
                    <a:pt x="151" y="5"/>
                    <a:pt x="32" y="324"/>
                    <a:pt x="17" y="664"/>
                  </a:cubicBezTo>
                  <a:cubicBezTo>
                    <a:pt x="1" y="1067"/>
                    <a:pt x="90" y="1330"/>
                    <a:pt x="443" y="1330"/>
                  </a:cubicBezTo>
                  <a:cubicBezTo>
                    <a:pt x="527" y="1330"/>
                    <a:pt x="626" y="1315"/>
                    <a:pt x="743" y="1283"/>
                  </a:cubicBezTo>
                  <a:cubicBezTo>
                    <a:pt x="1316" y="1128"/>
                    <a:pt x="502" y="0"/>
                    <a:pt x="184" y="0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2"/>
            <p:cNvSpPr/>
            <p:nvPr/>
          </p:nvSpPr>
          <p:spPr>
            <a:xfrm>
              <a:off x="7614050" y="1301088"/>
              <a:ext cx="9700" cy="1600"/>
            </a:xfrm>
            <a:custGeom>
              <a:avLst/>
              <a:gdLst/>
              <a:ahLst/>
              <a:cxnLst/>
              <a:rect l="l" t="t" r="r" b="b"/>
              <a:pathLst>
                <a:path w="388" h="64" extrusionOk="0">
                  <a:moveTo>
                    <a:pt x="295" y="1"/>
                  </a:moveTo>
                  <a:cubicBezTo>
                    <a:pt x="187" y="32"/>
                    <a:pt x="0" y="35"/>
                    <a:pt x="0" y="35"/>
                  </a:cubicBezTo>
                  <a:cubicBezTo>
                    <a:pt x="60" y="57"/>
                    <a:pt x="125" y="64"/>
                    <a:pt x="184" y="64"/>
                  </a:cubicBezTo>
                  <a:cubicBezTo>
                    <a:pt x="295" y="64"/>
                    <a:pt x="387" y="38"/>
                    <a:pt x="386" y="37"/>
                  </a:cubicBezTo>
                  <a:cubicBezTo>
                    <a:pt x="355" y="20"/>
                    <a:pt x="295" y="1"/>
                    <a:pt x="295" y="1"/>
                  </a:cubicBezTo>
                  <a:close/>
                </a:path>
              </a:pathLst>
            </a:custGeom>
            <a:solidFill>
              <a:srgbClr val="602C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2"/>
            <p:cNvSpPr/>
            <p:nvPr/>
          </p:nvSpPr>
          <p:spPr>
            <a:xfrm>
              <a:off x="7605225" y="1260913"/>
              <a:ext cx="35325" cy="41350"/>
            </a:xfrm>
            <a:custGeom>
              <a:avLst/>
              <a:gdLst/>
              <a:ahLst/>
              <a:cxnLst/>
              <a:rect l="l" t="t" r="r" b="b"/>
              <a:pathLst>
                <a:path w="1413" h="1654" extrusionOk="0">
                  <a:moveTo>
                    <a:pt x="581" y="0"/>
                  </a:moveTo>
                  <a:cubicBezTo>
                    <a:pt x="273" y="0"/>
                    <a:pt x="50" y="152"/>
                    <a:pt x="13" y="353"/>
                  </a:cubicBezTo>
                  <a:cubicBezTo>
                    <a:pt x="1" y="428"/>
                    <a:pt x="18" y="439"/>
                    <a:pt x="149" y="508"/>
                  </a:cubicBezTo>
                  <a:cubicBezTo>
                    <a:pt x="280" y="576"/>
                    <a:pt x="53" y="894"/>
                    <a:pt x="353" y="1051"/>
                  </a:cubicBezTo>
                  <a:cubicBezTo>
                    <a:pt x="488" y="1120"/>
                    <a:pt x="466" y="1597"/>
                    <a:pt x="739" y="1646"/>
                  </a:cubicBezTo>
                  <a:cubicBezTo>
                    <a:pt x="768" y="1651"/>
                    <a:pt x="796" y="1654"/>
                    <a:pt x="823" y="1654"/>
                  </a:cubicBezTo>
                  <a:cubicBezTo>
                    <a:pt x="1064" y="1654"/>
                    <a:pt x="1217" y="1443"/>
                    <a:pt x="1328" y="827"/>
                  </a:cubicBezTo>
                  <a:cubicBezTo>
                    <a:pt x="1413" y="348"/>
                    <a:pt x="1242" y="118"/>
                    <a:pt x="794" y="23"/>
                  </a:cubicBezTo>
                  <a:cubicBezTo>
                    <a:pt x="719" y="8"/>
                    <a:pt x="648" y="0"/>
                    <a:pt x="581" y="0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2"/>
            <p:cNvSpPr/>
            <p:nvPr/>
          </p:nvSpPr>
          <p:spPr>
            <a:xfrm>
              <a:off x="7611675" y="1283238"/>
              <a:ext cx="9625" cy="9500"/>
            </a:xfrm>
            <a:custGeom>
              <a:avLst/>
              <a:gdLst/>
              <a:ahLst/>
              <a:cxnLst/>
              <a:rect l="l" t="t" r="r" b="b"/>
              <a:pathLst>
                <a:path w="385" h="380" extrusionOk="0">
                  <a:moveTo>
                    <a:pt x="215" y="0"/>
                  </a:moveTo>
                  <a:cubicBezTo>
                    <a:pt x="103" y="0"/>
                    <a:pt x="1" y="236"/>
                    <a:pt x="1" y="236"/>
                  </a:cubicBezTo>
                  <a:lnTo>
                    <a:pt x="157" y="380"/>
                  </a:lnTo>
                  <a:cubicBezTo>
                    <a:pt x="157" y="380"/>
                    <a:pt x="384" y="144"/>
                    <a:pt x="288" y="39"/>
                  </a:cubicBezTo>
                  <a:cubicBezTo>
                    <a:pt x="264" y="12"/>
                    <a:pt x="239" y="0"/>
                    <a:pt x="215" y="0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2"/>
            <p:cNvSpPr/>
            <p:nvPr/>
          </p:nvSpPr>
          <p:spPr>
            <a:xfrm>
              <a:off x="7591400" y="1384138"/>
              <a:ext cx="59975" cy="12700"/>
            </a:xfrm>
            <a:custGeom>
              <a:avLst/>
              <a:gdLst/>
              <a:ahLst/>
              <a:cxnLst/>
              <a:rect l="l" t="t" r="r" b="b"/>
              <a:pathLst>
                <a:path w="2399" h="508" extrusionOk="0">
                  <a:moveTo>
                    <a:pt x="2334" y="1"/>
                  </a:moveTo>
                  <a:cubicBezTo>
                    <a:pt x="2334" y="1"/>
                    <a:pt x="1752" y="224"/>
                    <a:pt x="937" y="224"/>
                  </a:cubicBezTo>
                  <a:cubicBezTo>
                    <a:pt x="656" y="224"/>
                    <a:pt x="347" y="198"/>
                    <a:pt x="25" y="126"/>
                  </a:cubicBezTo>
                  <a:lnTo>
                    <a:pt x="1" y="411"/>
                  </a:lnTo>
                  <a:cubicBezTo>
                    <a:pt x="1" y="411"/>
                    <a:pt x="472" y="508"/>
                    <a:pt x="1049" y="508"/>
                  </a:cubicBezTo>
                  <a:cubicBezTo>
                    <a:pt x="1492" y="508"/>
                    <a:pt x="1997" y="451"/>
                    <a:pt x="2398" y="248"/>
                  </a:cubicBezTo>
                  <a:lnTo>
                    <a:pt x="2334" y="1"/>
                  </a:ln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2"/>
            <p:cNvSpPr/>
            <p:nvPr/>
          </p:nvSpPr>
          <p:spPr>
            <a:xfrm>
              <a:off x="7608300" y="1388388"/>
              <a:ext cx="5425" cy="10400"/>
            </a:xfrm>
            <a:custGeom>
              <a:avLst/>
              <a:gdLst/>
              <a:ahLst/>
              <a:cxnLst/>
              <a:rect l="l" t="t" r="r" b="b"/>
              <a:pathLst>
                <a:path w="217" h="416" extrusionOk="0">
                  <a:moveTo>
                    <a:pt x="55" y="1"/>
                  </a:moveTo>
                  <a:lnTo>
                    <a:pt x="1" y="415"/>
                  </a:lnTo>
                  <a:lnTo>
                    <a:pt x="217" y="41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2"/>
            <p:cNvSpPr/>
            <p:nvPr/>
          </p:nvSpPr>
          <p:spPr>
            <a:xfrm>
              <a:off x="7632550" y="1386413"/>
              <a:ext cx="6450" cy="11125"/>
            </a:xfrm>
            <a:custGeom>
              <a:avLst/>
              <a:gdLst/>
              <a:ahLst/>
              <a:cxnLst/>
              <a:rect l="l" t="t" r="r" b="b"/>
              <a:pathLst>
                <a:path w="258" h="445" extrusionOk="0">
                  <a:moveTo>
                    <a:pt x="96" y="1"/>
                  </a:moveTo>
                  <a:lnTo>
                    <a:pt x="0" y="32"/>
                  </a:lnTo>
                  <a:lnTo>
                    <a:pt x="64" y="445"/>
                  </a:lnTo>
                  <a:lnTo>
                    <a:pt x="257" y="380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2"/>
            <p:cNvSpPr/>
            <p:nvPr/>
          </p:nvSpPr>
          <p:spPr>
            <a:xfrm>
              <a:off x="7587225" y="1398163"/>
              <a:ext cx="17425" cy="17975"/>
            </a:xfrm>
            <a:custGeom>
              <a:avLst/>
              <a:gdLst/>
              <a:ahLst/>
              <a:cxnLst/>
              <a:rect l="l" t="t" r="r" b="b"/>
              <a:pathLst>
                <a:path w="697" h="719" extrusionOk="0">
                  <a:moveTo>
                    <a:pt x="652" y="1"/>
                  </a:moveTo>
                  <a:cubicBezTo>
                    <a:pt x="638" y="1"/>
                    <a:pt x="622" y="8"/>
                    <a:pt x="616" y="25"/>
                  </a:cubicBezTo>
                  <a:cubicBezTo>
                    <a:pt x="551" y="198"/>
                    <a:pt x="368" y="642"/>
                    <a:pt x="133" y="642"/>
                  </a:cubicBezTo>
                  <a:cubicBezTo>
                    <a:pt x="109" y="642"/>
                    <a:pt x="84" y="637"/>
                    <a:pt x="59" y="627"/>
                  </a:cubicBezTo>
                  <a:cubicBezTo>
                    <a:pt x="54" y="625"/>
                    <a:pt x="50" y="624"/>
                    <a:pt x="46" y="624"/>
                  </a:cubicBezTo>
                  <a:cubicBezTo>
                    <a:pt x="12" y="624"/>
                    <a:pt x="1" y="682"/>
                    <a:pt x="40" y="698"/>
                  </a:cubicBezTo>
                  <a:cubicBezTo>
                    <a:pt x="74" y="712"/>
                    <a:pt x="106" y="718"/>
                    <a:pt x="138" y="718"/>
                  </a:cubicBezTo>
                  <a:cubicBezTo>
                    <a:pt x="412" y="718"/>
                    <a:pt x="611" y="247"/>
                    <a:pt x="686" y="45"/>
                  </a:cubicBezTo>
                  <a:cubicBezTo>
                    <a:pt x="697" y="18"/>
                    <a:pt x="675" y="1"/>
                    <a:pt x="652" y="1"/>
                  </a:cubicBez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2"/>
            <p:cNvSpPr/>
            <p:nvPr/>
          </p:nvSpPr>
          <p:spPr>
            <a:xfrm>
              <a:off x="7620075" y="1409313"/>
              <a:ext cx="8250" cy="22375"/>
            </a:xfrm>
            <a:custGeom>
              <a:avLst/>
              <a:gdLst/>
              <a:ahLst/>
              <a:cxnLst/>
              <a:rect l="l" t="t" r="r" b="b"/>
              <a:pathLst>
                <a:path w="330" h="895" extrusionOk="0">
                  <a:moveTo>
                    <a:pt x="256" y="0"/>
                  </a:moveTo>
                  <a:cubicBezTo>
                    <a:pt x="241" y="0"/>
                    <a:pt x="228" y="9"/>
                    <a:pt x="231" y="28"/>
                  </a:cubicBezTo>
                  <a:cubicBezTo>
                    <a:pt x="269" y="314"/>
                    <a:pt x="168" y="614"/>
                    <a:pt x="15" y="851"/>
                  </a:cubicBezTo>
                  <a:cubicBezTo>
                    <a:pt x="1" y="874"/>
                    <a:pt x="21" y="895"/>
                    <a:pt x="42" y="895"/>
                  </a:cubicBezTo>
                  <a:cubicBezTo>
                    <a:pt x="51" y="895"/>
                    <a:pt x="60" y="890"/>
                    <a:pt x="66" y="881"/>
                  </a:cubicBezTo>
                  <a:cubicBezTo>
                    <a:pt x="223" y="635"/>
                    <a:pt x="329" y="324"/>
                    <a:pt x="289" y="28"/>
                  </a:cubicBezTo>
                  <a:cubicBezTo>
                    <a:pt x="287" y="10"/>
                    <a:pt x="271" y="0"/>
                    <a:pt x="256" y="0"/>
                  </a:cubicBez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6" name="Google Shape;286;p32"/>
          <p:cNvSpPr/>
          <p:nvPr/>
        </p:nvSpPr>
        <p:spPr>
          <a:xfrm>
            <a:off x="7219972" y="-3"/>
            <a:ext cx="2231402" cy="2067512"/>
          </a:xfrm>
          <a:custGeom>
            <a:avLst/>
            <a:gdLst/>
            <a:ahLst/>
            <a:cxnLst/>
            <a:rect l="l" t="t" r="r" b="b"/>
            <a:pathLst>
              <a:path w="123027" h="113991" extrusionOk="0">
                <a:moveTo>
                  <a:pt x="0" y="0"/>
                </a:moveTo>
                <a:cubicBezTo>
                  <a:pt x="3186" y="14886"/>
                  <a:pt x="3766" y="72055"/>
                  <a:pt x="19115" y="89316"/>
                </a:cubicBezTo>
                <a:cubicBezTo>
                  <a:pt x="34465" y="106577"/>
                  <a:pt x="76111" y="99974"/>
                  <a:pt x="92097" y="103565"/>
                </a:cubicBezTo>
                <a:cubicBezTo>
                  <a:pt x="108084" y="107156"/>
                  <a:pt x="109879" y="109125"/>
                  <a:pt x="115034" y="110863"/>
                </a:cubicBezTo>
                <a:cubicBezTo>
                  <a:pt x="120189" y="112601"/>
                  <a:pt x="121695" y="113470"/>
                  <a:pt x="123027" y="113991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Google Shape;287;p32">
            <a:hlinkClick r:id="" action="ppaction://hlinkshowjump?jump=nextslide"/>
          </p:cNvPr>
          <p:cNvSpPr/>
          <p:nvPr/>
        </p:nvSpPr>
        <p:spPr>
          <a:xfrm>
            <a:off x="389075" y="1652494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2">
            <a:hlinkClick r:id="" action="ppaction://hlinkshowjump?jump=previousslide"/>
          </p:cNvPr>
          <p:cNvSpPr/>
          <p:nvPr/>
        </p:nvSpPr>
        <p:spPr>
          <a:xfrm>
            <a:off x="389425" y="123280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2">
            <a:hlinkClick r:id="rId3" action="ppaction://hlinksldjump"/>
          </p:cNvPr>
          <p:cNvSpPr/>
          <p:nvPr/>
        </p:nvSpPr>
        <p:spPr>
          <a:xfrm>
            <a:off x="389425" y="41377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0" name="Google Shape;290;p32"/>
          <p:cNvGrpSpPr/>
          <p:nvPr/>
        </p:nvGrpSpPr>
        <p:grpSpPr>
          <a:xfrm>
            <a:off x="480570" y="460939"/>
            <a:ext cx="271609" cy="249173"/>
            <a:chOff x="6319908" y="3696721"/>
            <a:chExt cx="373963" cy="343119"/>
          </a:xfrm>
        </p:grpSpPr>
        <p:sp>
          <p:nvSpPr>
            <p:cNvPr id="291" name="Google Shape;291;p32"/>
            <p:cNvSpPr/>
            <p:nvPr/>
          </p:nvSpPr>
          <p:spPr>
            <a:xfrm>
              <a:off x="6366016" y="3736813"/>
              <a:ext cx="281562" cy="303027"/>
            </a:xfrm>
            <a:custGeom>
              <a:avLst/>
              <a:gdLst/>
              <a:ahLst/>
              <a:cxnLst/>
              <a:rect l="l" t="t" r="r" b="b"/>
              <a:pathLst>
                <a:path w="10717" h="11534" extrusionOk="0">
                  <a:moveTo>
                    <a:pt x="5359" y="1"/>
                  </a:moveTo>
                  <a:cubicBezTo>
                    <a:pt x="5333" y="1"/>
                    <a:pt x="5307" y="9"/>
                    <a:pt x="5286" y="27"/>
                  </a:cubicBezTo>
                  <a:lnTo>
                    <a:pt x="0" y="4625"/>
                  </a:lnTo>
                  <a:lnTo>
                    <a:pt x="0" y="11222"/>
                  </a:lnTo>
                  <a:cubicBezTo>
                    <a:pt x="0" y="11395"/>
                    <a:pt x="146" y="11534"/>
                    <a:pt x="319" y="11534"/>
                  </a:cubicBezTo>
                  <a:lnTo>
                    <a:pt x="10405" y="11534"/>
                  </a:lnTo>
                  <a:cubicBezTo>
                    <a:pt x="10578" y="11534"/>
                    <a:pt x="10717" y="11395"/>
                    <a:pt x="10717" y="11222"/>
                  </a:cubicBezTo>
                  <a:lnTo>
                    <a:pt x="10717" y="4625"/>
                  </a:lnTo>
                  <a:lnTo>
                    <a:pt x="5431" y="27"/>
                  </a:lnTo>
                  <a:cubicBezTo>
                    <a:pt x="5411" y="9"/>
                    <a:pt x="5385" y="1"/>
                    <a:pt x="535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2"/>
            <p:cNvSpPr/>
            <p:nvPr/>
          </p:nvSpPr>
          <p:spPr>
            <a:xfrm>
              <a:off x="6467691" y="3889298"/>
              <a:ext cx="85123" cy="150541"/>
            </a:xfrm>
            <a:custGeom>
              <a:avLst/>
              <a:gdLst/>
              <a:ahLst/>
              <a:cxnLst/>
              <a:rect l="l" t="t" r="r" b="b"/>
              <a:pathLst>
                <a:path w="3240" h="5730" extrusionOk="0">
                  <a:moveTo>
                    <a:pt x="292" y="0"/>
                  </a:moveTo>
                  <a:cubicBezTo>
                    <a:pt x="133" y="0"/>
                    <a:pt x="1" y="132"/>
                    <a:pt x="1" y="292"/>
                  </a:cubicBezTo>
                  <a:lnTo>
                    <a:pt x="1" y="5730"/>
                  </a:lnTo>
                  <a:lnTo>
                    <a:pt x="3240" y="5730"/>
                  </a:lnTo>
                  <a:lnTo>
                    <a:pt x="3240" y="292"/>
                  </a:lnTo>
                  <a:cubicBezTo>
                    <a:pt x="3240" y="132"/>
                    <a:pt x="3108" y="0"/>
                    <a:pt x="29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2"/>
            <p:cNvSpPr/>
            <p:nvPr/>
          </p:nvSpPr>
          <p:spPr>
            <a:xfrm>
              <a:off x="6319908" y="3696721"/>
              <a:ext cx="373963" cy="165096"/>
            </a:xfrm>
            <a:custGeom>
              <a:avLst/>
              <a:gdLst/>
              <a:ahLst/>
              <a:cxnLst/>
              <a:rect l="l" t="t" r="r" b="b"/>
              <a:pathLst>
                <a:path w="14234" h="6284" extrusionOk="0">
                  <a:moveTo>
                    <a:pt x="7114" y="1"/>
                  </a:moveTo>
                  <a:cubicBezTo>
                    <a:pt x="7088" y="1"/>
                    <a:pt x="7062" y="9"/>
                    <a:pt x="7041" y="27"/>
                  </a:cubicBezTo>
                  <a:lnTo>
                    <a:pt x="77" y="6089"/>
                  </a:lnTo>
                  <a:cubicBezTo>
                    <a:pt x="1" y="6158"/>
                    <a:pt x="49" y="6283"/>
                    <a:pt x="153" y="6283"/>
                  </a:cubicBezTo>
                  <a:lnTo>
                    <a:pt x="1762" y="6283"/>
                  </a:lnTo>
                  <a:lnTo>
                    <a:pt x="7041" y="1691"/>
                  </a:lnTo>
                  <a:cubicBezTo>
                    <a:pt x="7062" y="1674"/>
                    <a:pt x="7088" y="1665"/>
                    <a:pt x="7114" y="1665"/>
                  </a:cubicBezTo>
                  <a:cubicBezTo>
                    <a:pt x="7140" y="1665"/>
                    <a:pt x="7166" y="1674"/>
                    <a:pt x="7186" y="1691"/>
                  </a:cubicBezTo>
                  <a:lnTo>
                    <a:pt x="12472" y="6283"/>
                  </a:lnTo>
                  <a:lnTo>
                    <a:pt x="14081" y="6283"/>
                  </a:lnTo>
                  <a:cubicBezTo>
                    <a:pt x="14185" y="6283"/>
                    <a:pt x="14234" y="6158"/>
                    <a:pt x="14150" y="6089"/>
                  </a:cubicBezTo>
                  <a:lnTo>
                    <a:pt x="7186" y="27"/>
                  </a:lnTo>
                  <a:cubicBezTo>
                    <a:pt x="7166" y="9"/>
                    <a:pt x="7140" y="1"/>
                    <a:pt x="71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4" name="Google Shape;294;p32"/>
          <p:cNvSpPr/>
          <p:nvPr/>
        </p:nvSpPr>
        <p:spPr>
          <a:xfrm>
            <a:off x="521525" y="1699594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2"/>
          <p:cNvSpPr/>
          <p:nvPr/>
        </p:nvSpPr>
        <p:spPr>
          <a:xfrm rot="10800000">
            <a:off x="521875" y="1279905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2">
            <a:hlinkClick r:id="rId4" action="ppaction://hlinksldjump"/>
          </p:cNvPr>
          <p:cNvSpPr/>
          <p:nvPr/>
        </p:nvSpPr>
        <p:spPr>
          <a:xfrm>
            <a:off x="389425" y="820863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7" name="Google Shape;297;p32"/>
          <p:cNvGrpSpPr/>
          <p:nvPr/>
        </p:nvGrpSpPr>
        <p:grpSpPr>
          <a:xfrm>
            <a:off x="521795" y="932476"/>
            <a:ext cx="189159" cy="120273"/>
            <a:chOff x="404850" y="546850"/>
            <a:chExt cx="181500" cy="115425"/>
          </a:xfrm>
        </p:grpSpPr>
        <p:cxnSp>
          <p:nvCxnSpPr>
            <p:cNvPr id="298" name="Google Shape;298;p32"/>
            <p:cNvCxnSpPr/>
            <p:nvPr/>
          </p:nvCxnSpPr>
          <p:spPr>
            <a:xfrm>
              <a:off x="404850" y="5468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" name="Google Shape;299;p32"/>
            <p:cNvCxnSpPr/>
            <p:nvPr/>
          </p:nvCxnSpPr>
          <p:spPr>
            <a:xfrm>
              <a:off x="404850" y="6065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0" name="Google Shape;300;p32"/>
            <p:cNvCxnSpPr/>
            <p:nvPr/>
          </p:nvCxnSpPr>
          <p:spPr>
            <a:xfrm>
              <a:off x="404850" y="662275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/>
          <p:cNvSpPr/>
          <p:nvPr/>
        </p:nvSpPr>
        <p:spPr>
          <a:xfrm>
            <a:off x="1106833" y="417973"/>
            <a:ext cx="1244700" cy="1200300"/>
          </a:xfrm>
          <a:prstGeom prst="roundRect">
            <a:avLst>
              <a:gd name="adj" fmla="val 25127"/>
            </a:avLst>
          </a:prstGeom>
          <a:solidFill>
            <a:srgbClr val="F0F8FF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5"/>
          <p:cNvSpPr/>
          <p:nvPr/>
        </p:nvSpPr>
        <p:spPr>
          <a:xfrm>
            <a:off x="521525" y="2072183"/>
            <a:ext cx="7498125" cy="8430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7" name="Google Shape;397;p35"/>
          <p:cNvSpPr txBox="1">
            <a:spLocks noGrp="1"/>
          </p:cNvSpPr>
          <p:nvPr>
            <p:ph type="title" idx="2"/>
          </p:nvPr>
        </p:nvSpPr>
        <p:spPr>
          <a:xfrm>
            <a:off x="1031585" y="2021254"/>
            <a:ext cx="7590890" cy="7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Проблем срещу решение</a:t>
            </a:r>
            <a:endParaRPr dirty="0"/>
          </a:p>
        </p:txBody>
      </p:sp>
      <p:sp>
        <p:nvSpPr>
          <p:cNvPr id="398" name="Google Shape;398;p35"/>
          <p:cNvSpPr txBox="1">
            <a:spLocks noGrp="1"/>
          </p:cNvSpPr>
          <p:nvPr>
            <p:ph type="title"/>
          </p:nvPr>
        </p:nvSpPr>
        <p:spPr>
          <a:xfrm>
            <a:off x="1197404" y="417973"/>
            <a:ext cx="890100" cy="12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400" name="Google Shape;400;p35"/>
          <p:cNvSpPr/>
          <p:nvPr/>
        </p:nvSpPr>
        <p:spPr>
          <a:xfrm rot="1532696">
            <a:off x="5252530" y="917351"/>
            <a:ext cx="4648906" cy="1739068"/>
          </a:xfrm>
          <a:custGeom>
            <a:avLst/>
            <a:gdLst/>
            <a:ahLst/>
            <a:cxnLst/>
            <a:rect l="l" t="t" r="r" b="b"/>
            <a:pathLst>
              <a:path w="303397" h="104955" extrusionOk="0">
                <a:moveTo>
                  <a:pt x="0" y="0"/>
                </a:moveTo>
                <a:cubicBezTo>
                  <a:pt x="4866" y="4518"/>
                  <a:pt x="13091" y="24212"/>
                  <a:pt x="29193" y="27108"/>
                </a:cubicBezTo>
                <a:cubicBezTo>
                  <a:pt x="45296" y="30004"/>
                  <a:pt x="78833" y="15524"/>
                  <a:pt x="96615" y="17377"/>
                </a:cubicBezTo>
                <a:cubicBezTo>
                  <a:pt x="114397" y="19231"/>
                  <a:pt x="118857" y="35681"/>
                  <a:pt x="135886" y="38229"/>
                </a:cubicBezTo>
                <a:cubicBezTo>
                  <a:pt x="152915" y="40778"/>
                  <a:pt x="184889" y="26644"/>
                  <a:pt x="198790" y="32668"/>
                </a:cubicBezTo>
                <a:cubicBezTo>
                  <a:pt x="212691" y="38692"/>
                  <a:pt x="212054" y="66031"/>
                  <a:pt x="219294" y="74372"/>
                </a:cubicBezTo>
                <a:cubicBezTo>
                  <a:pt x="226534" y="82713"/>
                  <a:pt x="233659" y="78601"/>
                  <a:pt x="242231" y="82713"/>
                </a:cubicBezTo>
                <a:cubicBezTo>
                  <a:pt x="250804" y="86826"/>
                  <a:pt x="260535" y="95340"/>
                  <a:pt x="270729" y="99047"/>
                </a:cubicBezTo>
                <a:cubicBezTo>
                  <a:pt x="280923" y="102754"/>
                  <a:pt x="297952" y="103970"/>
                  <a:pt x="303397" y="104955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Google Shape;401;p35"/>
          <p:cNvSpPr/>
          <p:nvPr/>
        </p:nvSpPr>
        <p:spPr>
          <a:xfrm>
            <a:off x="7690546" y="960965"/>
            <a:ext cx="1790665" cy="612484"/>
          </a:xfrm>
          <a:custGeom>
            <a:avLst/>
            <a:gdLst/>
            <a:ahLst/>
            <a:cxnLst/>
            <a:rect l="l" t="t" r="r" b="b"/>
            <a:pathLst>
              <a:path w="108083" h="36969" extrusionOk="0">
                <a:moveTo>
                  <a:pt x="0" y="36969"/>
                </a:moveTo>
                <a:cubicBezTo>
                  <a:pt x="4228" y="31640"/>
                  <a:pt x="9615" y="11078"/>
                  <a:pt x="25370" y="4996"/>
                </a:cubicBezTo>
                <a:cubicBezTo>
                  <a:pt x="41125" y="-1086"/>
                  <a:pt x="80744" y="1289"/>
                  <a:pt x="94529" y="478"/>
                </a:cubicBezTo>
                <a:cubicBezTo>
                  <a:pt x="108315" y="-333"/>
                  <a:pt x="105824" y="189"/>
                  <a:pt x="108083" y="131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Google Shape;402;p35"/>
          <p:cNvSpPr/>
          <p:nvPr/>
        </p:nvSpPr>
        <p:spPr>
          <a:xfrm>
            <a:off x="4387979" y="3172173"/>
            <a:ext cx="4045500" cy="1584300"/>
          </a:xfrm>
          <a:prstGeom prst="roundRect">
            <a:avLst>
              <a:gd name="adj" fmla="val 25127"/>
            </a:avLst>
          </a:prstGeom>
          <a:solidFill>
            <a:srgbClr val="F0F8FF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3" name="Google Shape;403;p35"/>
          <p:cNvGrpSpPr/>
          <p:nvPr/>
        </p:nvGrpSpPr>
        <p:grpSpPr>
          <a:xfrm>
            <a:off x="4745008" y="3359392"/>
            <a:ext cx="3375142" cy="1315224"/>
            <a:chOff x="4720329" y="3149542"/>
            <a:chExt cx="3375142" cy="1315224"/>
          </a:xfrm>
        </p:grpSpPr>
        <p:sp>
          <p:nvSpPr>
            <p:cNvPr id="404" name="Google Shape;404;p35"/>
            <p:cNvSpPr/>
            <p:nvPr/>
          </p:nvSpPr>
          <p:spPr>
            <a:xfrm>
              <a:off x="5101869" y="4012970"/>
              <a:ext cx="865884" cy="412845"/>
            </a:xfrm>
            <a:custGeom>
              <a:avLst/>
              <a:gdLst/>
              <a:ahLst/>
              <a:cxnLst/>
              <a:rect l="l" t="t" r="r" b="b"/>
              <a:pathLst>
                <a:path w="12137" h="5787" extrusionOk="0">
                  <a:moveTo>
                    <a:pt x="5775" y="1"/>
                  </a:moveTo>
                  <a:cubicBezTo>
                    <a:pt x="4600" y="1"/>
                    <a:pt x="3630" y="904"/>
                    <a:pt x="3482" y="2072"/>
                  </a:cubicBezTo>
                  <a:cubicBezTo>
                    <a:pt x="3463" y="2071"/>
                    <a:pt x="3445" y="2069"/>
                    <a:pt x="3427" y="2069"/>
                  </a:cubicBezTo>
                  <a:cubicBezTo>
                    <a:pt x="1981" y="2069"/>
                    <a:pt x="809" y="3275"/>
                    <a:pt x="809" y="4765"/>
                  </a:cubicBezTo>
                  <a:cubicBezTo>
                    <a:pt x="809" y="4859"/>
                    <a:pt x="814" y="4955"/>
                    <a:pt x="823" y="5047"/>
                  </a:cubicBezTo>
                  <a:cubicBezTo>
                    <a:pt x="439" y="5128"/>
                    <a:pt x="128" y="5413"/>
                    <a:pt x="0" y="5786"/>
                  </a:cubicBezTo>
                  <a:lnTo>
                    <a:pt x="12037" y="5786"/>
                  </a:lnTo>
                  <a:cubicBezTo>
                    <a:pt x="12100" y="5570"/>
                    <a:pt x="12136" y="5340"/>
                    <a:pt x="12136" y="5102"/>
                  </a:cubicBezTo>
                  <a:cubicBezTo>
                    <a:pt x="12136" y="3954"/>
                    <a:pt x="11322" y="3005"/>
                    <a:pt x="10257" y="2826"/>
                  </a:cubicBezTo>
                  <a:cubicBezTo>
                    <a:pt x="10257" y="2814"/>
                    <a:pt x="10258" y="2803"/>
                    <a:pt x="10258" y="2793"/>
                  </a:cubicBezTo>
                  <a:cubicBezTo>
                    <a:pt x="10258" y="2051"/>
                    <a:pt x="9674" y="1449"/>
                    <a:pt x="8954" y="1449"/>
                  </a:cubicBezTo>
                  <a:cubicBezTo>
                    <a:pt x="8591" y="1449"/>
                    <a:pt x="8265" y="1601"/>
                    <a:pt x="8027" y="1846"/>
                  </a:cubicBezTo>
                  <a:cubicBezTo>
                    <a:pt x="7792" y="790"/>
                    <a:pt x="6874" y="1"/>
                    <a:pt x="57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5"/>
            <p:cNvSpPr/>
            <p:nvPr/>
          </p:nvSpPr>
          <p:spPr>
            <a:xfrm>
              <a:off x="4796095" y="4158361"/>
              <a:ext cx="561394" cy="267525"/>
            </a:xfrm>
            <a:custGeom>
              <a:avLst/>
              <a:gdLst/>
              <a:ahLst/>
              <a:cxnLst/>
              <a:rect l="l" t="t" r="r" b="b"/>
              <a:pathLst>
                <a:path w="7869" h="3750" extrusionOk="0">
                  <a:moveTo>
                    <a:pt x="3743" y="0"/>
                  </a:moveTo>
                  <a:cubicBezTo>
                    <a:pt x="2981" y="0"/>
                    <a:pt x="2353" y="586"/>
                    <a:pt x="2256" y="1343"/>
                  </a:cubicBezTo>
                  <a:cubicBezTo>
                    <a:pt x="2245" y="1343"/>
                    <a:pt x="2231" y="1341"/>
                    <a:pt x="2220" y="1341"/>
                  </a:cubicBezTo>
                  <a:cubicBezTo>
                    <a:pt x="1283" y="1341"/>
                    <a:pt x="523" y="2124"/>
                    <a:pt x="523" y="3088"/>
                  </a:cubicBezTo>
                  <a:cubicBezTo>
                    <a:pt x="523" y="3150"/>
                    <a:pt x="526" y="3211"/>
                    <a:pt x="533" y="3271"/>
                  </a:cubicBezTo>
                  <a:cubicBezTo>
                    <a:pt x="284" y="3323"/>
                    <a:pt x="83" y="3508"/>
                    <a:pt x="0" y="3749"/>
                  </a:cubicBezTo>
                  <a:lnTo>
                    <a:pt x="7803" y="3749"/>
                  </a:lnTo>
                  <a:cubicBezTo>
                    <a:pt x="7845" y="3609"/>
                    <a:pt x="7869" y="3460"/>
                    <a:pt x="7869" y="3306"/>
                  </a:cubicBezTo>
                  <a:cubicBezTo>
                    <a:pt x="7869" y="2561"/>
                    <a:pt x="7341" y="1946"/>
                    <a:pt x="6649" y="1830"/>
                  </a:cubicBezTo>
                  <a:cubicBezTo>
                    <a:pt x="6649" y="1822"/>
                    <a:pt x="6650" y="1816"/>
                    <a:pt x="6650" y="1809"/>
                  </a:cubicBezTo>
                  <a:cubicBezTo>
                    <a:pt x="6650" y="1328"/>
                    <a:pt x="6272" y="938"/>
                    <a:pt x="5805" y="938"/>
                  </a:cubicBezTo>
                  <a:cubicBezTo>
                    <a:pt x="5569" y="938"/>
                    <a:pt x="5357" y="1037"/>
                    <a:pt x="5204" y="1196"/>
                  </a:cubicBezTo>
                  <a:cubicBezTo>
                    <a:pt x="5050" y="510"/>
                    <a:pt x="4455" y="0"/>
                    <a:pt x="37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5"/>
            <p:cNvSpPr/>
            <p:nvPr/>
          </p:nvSpPr>
          <p:spPr>
            <a:xfrm>
              <a:off x="4720329" y="4211581"/>
              <a:ext cx="449386" cy="214305"/>
            </a:xfrm>
            <a:custGeom>
              <a:avLst/>
              <a:gdLst/>
              <a:ahLst/>
              <a:cxnLst/>
              <a:rect l="l" t="t" r="r" b="b"/>
              <a:pathLst>
                <a:path w="6299" h="3004" extrusionOk="0">
                  <a:moveTo>
                    <a:pt x="2996" y="1"/>
                  </a:moveTo>
                  <a:cubicBezTo>
                    <a:pt x="2385" y="1"/>
                    <a:pt x="1882" y="469"/>
                    <a:pt x="1807" y="1076"/>
                  </a:cubicBezTo>
                  <a:cubicBezTo>
                    <a:pt x="1796" y="1076"/>
                    <a:pt x="1787" y="1075"/>
                    <a:pt x="1778" y="1075"/>
                  </a:cubicBezTo>
                  <a:cubicBezTo>
                    <a:pt x="1027" y="1075"/>
                    <a:pt x="419" y="1701"/>
                    <a:pt x="419" y="2473"/>
                  </a:cubicBezTo>
                  <a:cubicBezTo>
                    <a:pt x="419" y="2522"/>
                    <a:pt x="422" y="2572"/>
                    <a:pt x="428" y="2620"/>
                  </a:cubicBezTo>
                  <a:cubicBezTo>
                    <a:pt x="227" y="2661"/>
                    <a:pt x="67" y="2808"/>
                    <a:pt x="0" y="3003"/>
                  </a:cubicBezTo>
                  <a:lnTo>
                    <a:pt x="6246" y="3003"/>
                  </a:lnTo>
                  <a:cubicBezTo>
                    <a:pt x="6279" y="2891"/>
                    <a:pt x="6298" y="2771"/>
                    <a:pt x="6298" y="2648"/>
                  </a:cubicBezTo>
                  <a:cubicBezTo>
                    <a:pt x="6297" y="2051"/>
                    <a:pt x="5874" y="1559"/>
                    <a:pt x="5321" y="1466"/>
                  </a:cubicBezTo>
                  <a:cubicBezTo>
                    <a:pt x="5321" y="1460"/>
                    <a:pt x="5322" y="1454"/>
                    <a:pt x="5322" y="1449"/>
                  </a:cubicBezTo>
                  <a:cubicBezTo>
                    <a:pt x="5322" y="1064"/>
                    <a:pt x="5019" y="752"/>
                    <a:pt x="4645" y="752"/>
                  </a:cubicBezTo>
                  <a:cubicBezTo>
                    <a:pt x="4458" y="752"/>
                    <a:pt x="4288" y="831"/>
                    <a:pt x="4165" y="958"/>
                  </a:cubicBezTo>
                  <a:cubicBezTo>
                    <a:pt x="4042" y="410"/>
                    <a:pt x="3566" y="1"/>
                    <a:pt x="29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5"/>
            <p:cNvSpPr/>
            <p:nvPr/>
          </p:nvSpPr>
          <p:spPr>
            <a:xfrm>
              <a:off x="7064073" y="4180691"/>
              <a:ext cx="130485" cy="246694"/>
            </a:xfrm>
            <a:custGeom>
              <a:avLst/>
              <a:gdLst/>
              <a:ahLst/>
              <a:cxnLst/>
              <a:rect l="l" t="t" r="r" b="b"/>
              <a:pathLst>
                <a:path w="1829" h="3458" extrusionOk="0">
                  <a:moveTo>
                    <a:pt x="28" y="0"/>
                  </a:moveTo>
                  <a:cubicBezTo>
                    <a:pt x="12" y="0"/>
                    <a:pt x="0" y="13"/>
                    <a:pt x="0" y="27"/>
                  </a:cubicBezTo>
                  <a:lnTo>
                    <a:pt x="0" y="3430"/>
                  </a:lnTo>
                  <a:cubicBezTo>
                    <a:pt x="0" y="3446"/>
                    <a:pt x="13" y="3457"/>
                    <a:pt x="28" y="3457"/>
                  </a:cubicBezTo>
                  <a:lnTo>
                    <a:pt x="1802" y="3457"/>
                  </a:lnTo>
                  <a:cubicBezTo>
                    <a:pt x="1817" y="3457"/>
                    <a:pt x="1828" y="3444"/>
                    <a:pt x="1829" y="3430"/>
                  </a:cubicBezTo>
                  <a:lnTo>
                    <a:pt x="1829" y="27"/>
                  </a:lnTo>
                  <a:cubicBezTo>
                    <a:pt x="1829" y="12"/>
                    <a:pt x="1817" y="0"/>
                    <a:pt x="1802" y="0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5"/>
            <p:cNvSpPr/>
            <p:nvPr/>
          </p:nvSpPr>
          <p:spPr>
            <a:xfrm>
              <a:off x="7852835" y="4180691"/>
              <a:ext cx="130557" cy="246694"/>
            </a:xfrm>
            <a:custGeom>
              <a:avLst/>
              <a:gdLst/>
              <a:ahLst/>
              <a:cxnLst/>
              <a:rect l="l" t="t" r="r" b="b"/>
              <a:pathLst>
                <a:path w="1830" h="3458" extrusionOk="0">
                  <a:moveTo>
                    <a:pt x="28" y="0"/>
                  </a:moveTo>
                  <a:cubicBezTo>
                    <a:pt x="12" y="0"/>
                    <a:pt x="1" y="13"/>
                    <a:pt x="1" y="27"/>
                  </a:cubicBezTo>
                  <a:lnTo>
                    <a:pt x="1" y="3430"/>
                  </a:lnTo>
                  <a:cubicBezTo>
                    <a:pt x="1" y="3446"/>
                    <a:pt x="14" y="3457"/>
                    <a:pt x="28" y="3457"/>
                  </a:cubicBezTo>
                  <a:lnTo>
                    <a:pt x="1803" y="3457"/>
                  </a:lnTo>
                  <a:cubicBezTo>
                    <a:pt x="1816" y="3457"/>
                    <a:pt x="1829" y="3444"/>
                    <a:pt x="1830" y="3430"/>
                  </a:cubicBezTo>
                  <a:lnTo>
                    <a:pt x="1830" y="27"/>
                  </a:lnTo>
                  <a:cubicBezTo>
                    <a:pt x="1830" y="12"/>
                    <a:pt x="1816" y="0"/>
                    <a:pt x="1803" y="0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5"/>
            <p:cNvSpPr/>
            <p:nvPr/>
          </p:nvSpPr>
          <p:spPr>
            <a:xfrm>
              <a:off x="7098389" y="3699431"/>
              <a:ext cx="869879" cy="295633"/>
            </a:xfrm>
            <a:custGeom>
              <a:avLst/>
              <a:gdLst/>
              <a:ahLst/>
              <a:cxnLst/>
              <a:rect l="l" t="t" r="r" b="b"/>
              <a:pathLst>
                <a:path w="12193" h="4144" extrusionOk="0">
                  <a:moveTo>
                    <a:pt x="3028" y="1"/>
                  </a:moveTo>
                  <a:cubicBezTo>
                    <a:pt x="2041" y="1"/>
                    <a:pt x="1171" y="581"/>
                    <a:pt x="893" y="1426"/>
                  </a:cubicBezTo>
                  <a:lnTo>
                    <a:pt x="0" y="4144"/>
                  </a:lnTo>
                  <a:lnTo>
                    <a:pt x="12192" y="4144"/>
                  </a:lnTo>
                  <a:lnTo>
                    <a:pt x="11299" y="1426"/>
                  </a:lnTo>
                  <a:cubicBezTo>
                    <a:pt x="11021" y="581"/>
                    <a:pt x="10152" y="1"/>
                    <a:pt x="91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5"/>
            <p:cNvSpPr/>
            <p:nvPr/>
          </p:nvSpPr>
          <p:spPr>
            <a:xfrm>
              <a:off x="7149184" y="3749155"/>
              <a:ext cx="768216" cy="280224"/>
            </a:xfrm>
            <a:custGeom>
              <a:avLst/>
              <a:gdLst/>
              <a:ahLst/>
              <a:cxnLst/>
              <a:rect l="l" t="t" r="r" b="b"/>
              <a:pathLst>
                <a:path w="10768" h="3928" extrusionOk="0">
                  <a:moveTo>
                    <a:pt x="2045" y="0"/>
                  </a:moveTo>
                  <a:cubicBezTo>
                    <a:pt x="1545" y="0"/>
                    <a:pt x="1107" y="315"/>
                    <a:pt x="967" y="773"/>
                  </a:cubicBezTo>
                  <a:lnTo>
                    <a:pt x="0" y="3928"/>
                  </a:lnTo>
                  <a:lnTo>
                    <a:pt x="10768" y="3928"/>
                  </a:lnTo>
                  <a:lnTo>
                    <a:pt x="9802" y="773"/>
                  </a:lnTo>
                  <a:cubicBezTo>
                    <a:pt x="9663" y="316"/>
                    <a:pt x="9223" y="0"/>
                    <a:pt x="87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5"/>
            <p:cNvSpPr/>
            <p:nvPr/>
          </p:nvSpPr>
          <p:spPr>
            <a:xfrm>
              <a:off x="7008354" y="3979084"/>
              <a:ext cx="1048592" cy="316892"/>
            </a:xfrm>
            <a:custGeom>
              <a:avLst/>
              <a:gdLst/>
              <a:ahLst/>
              <a:cxnLst/>
              <a:rect l="l" t="t" r="r" b="b"/>
              <a:pathLst>
                <a:path w="14698" h="4442" extrusionOk="0">
                  <a:moveTo>
                    <a:pt x="1784" y="1"/>
                  </a:moveTo>
                  <a:cubicBezTo>
                    <a:pt x="893" y="1"/>
                    <a:pt x="169" y="716"/>
                    <a:pt x="169" y="1601"/>
                  </a:cubicBezTo>
                  <a:lnTo>
                    <a:pt x="0" y="4442"/>
                  </a:lnTo>
                  <a:lnTo>
                    <a:pt x="14697" y="4442"/>
                  </a:lnTo>
                  <a:lnTo>
                    <a:pt x="14524" y="1601"/>
                  </a:lnTo>
                  <a:cubicBezTo>
                    <a:pt x="14524" y="717"/>
                    <a:pt x="13802" y="1"/>
                    <a:pt x="12911" y="1"/>
                  </a:cubicBezTo>
                  <a:close/>
                </a:path>
              </a:pathLst>
            </a:custGeom>
            <a:solidFill>
              <a:srgbClr val="EE37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5"/>
            <p:cNvSpPr/>
            <p:nvPr/>
          </p:nvSpPr>
          <p:spPr>
            <a:xfrm>
              <a:off x="7008354" y="3979084"/>
              <a:ext cx="1048592" cy="316892"/>
            </a:xfrm>
            <a:custGeom>
              <a:avLst/>
              <a:gdLst/>
              <a:ahLst/>
              <a:cxnLst/>
              <a:rect l="l" t="t" r="r" b="b"/>
              <a:pathLst>
                <a:path w="14698" h="4442" extrusionOk="0">
                  <a:moveTo>
                    <a:pt x="1784" y="1"/>
                  </a:moveTo>
                  <a:cubicBezTo>
                    <a:pt x="893" y="1"/>
                    <a:pt x="169" y="716"/>
                    <a:pt x="169" y="1601"/>
                  </a:cubicBezTo>
                  <a:lnTo>
                    <a:pt x="0" y="4442"/>
                  </a:lnTo>
                  <a:lnTo>
                    <a:pt x="14697" y="4442"/>
                  </a:lnTo>
                  <a:lnTo>
                    <a:pt x="14524" y="1601"/>
                  </a:lnTo>
                  <a:cubicBezTo>
                    <a:pt x="14524" y="717"/>
                    <a:pt x="13802" y="1"/>
                    <a:pt x="129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5"/>
            <p:cNvSpPr/>
            <p:nvPr/>
          </p:nvSpPr>
          <p:spPr>
            <a:xfrm>
              <a:off x="7285520" y="4204732"/>
              <a:ext cx="515806" cy="84253"/>
            </a:xfrm>
            <a:custGeom>
              <a:avLst/>
              <a:gdLst/>
              <a:ahLst/>
              <a:cxnLst/>
              <a:rect l="l" t="t" r="r" b="b"/>
              <a:pathLst>
                <a:path w="7230" h="1181" extrusionOk="0">
                  <a:moveTo>
                    <a:pt x="1890" y="0"/>
                  </a:moveTo>
                  <a:cubicBezTo>
                    <a:pt x="1343" y="0"/>
                    <a:pt x="825" y="237"/>
                    <a:pt x="467" y="646"/>
                  </a:cubicBezTo>
                  <a:lnTo>
                    <a:pt x="0" y="1180"/>
                  </a:lnTo>
                  <a:lnTo>
                    <a:pt x="7230" y="1180"/>
                  </a:lnTo>
                  <a:lnTo>
                    <a:pt x="6536" y="520"/>
                  </a:lnTo>
                  <a:cubicBezTo>
                    <a:pt x="6186" y="187"/>
                    <a:pt x="5718" y="0"/>
                    <a:pt x="5234" y="0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5"/>
            <p:cNvSpPr/>
            <p:nvPr/>
          </p:nvSpPr>
          <p:spPr>
            <a:xfrm>
              <a:off x="7033467" y="3979084"/>
              <a:ext cx="997868" cy="163583"/>
            </a:xfrm>
            <a:custGeom>
              <a:avLst/>
              <a:gdLst/>
              <a:ahLst/>
              <a:cxnLst/>
              <a:rect l="l" t="t" r="r" b="b"/>
              <a:pathLst>
                <a:path w="13987" h="2293" extrusionOk="0">
                  <a:moveTo>
                    <a:pt x="1433" y="1"/>
                  </a:moveTo>
                  <a:cubicBezTo>
                    <a:pt x="810" y="1"/>
                    <a:pt x="270" y="352"/>
                    <a:pt x="1" y="865"/>
                  </a:cubicBezTo>
                  <a:cubicBezTo>
                    <a:pt x="208" y="823"/>
                    <a:pt x="740" y="735"/>
                    <a:pt x="1341" y="735"/>
                  </a:cubicBezTo>
                  <a:cubicBezTo>
                    <a:pt x="2081" y="735"/>
                    <a:pt x="2926" y="869"/>
                    <a:pt x="3398" y="1391"/>
                  </a:cubicBezTo>
                  <a:cubicBezTo>
                    <a:pt x="3934" y="1983"/>
                    <a:pt x="5481" y="2293"/>
                    <a:pt x="7032" y="2293"/>
                  </a:cubicBezTo>
                  <a:cubicBezTo>
                    <a:pt x="8538" y="2293"/>
                    <a:pt x="10048" y="2001"/>
                    <a:pt x="10641" y="1391"/>
                  </a:cubicBezTo>
                  <a:cubicBezTo>
                    <a:pt x="11142" y="876"/>
                    <a:pt x="12012" y="746"/>
                    <a:pt x="12758" y="746"/>
                  </a:cubicBezTo>
                  <a:cubicBezTo>
                    <a:pt x="13293" y="746"/>
                    <a:pt x="13763" y="813"/>
                    <a:pt x="13986" y="854"/>
                  </a:cubicBezTo>
                  <a:cubicBezTo>
                    <a:pt x="13718" y="348"/>
                    <a:pt x="13180" y="1"/>
                    <a:pt x="12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7062789" y="4059627"/>
              <a:ext cx="199474" cy="110292"/>
            </a:xfrm>
            <a:custGeom>
              <a:avLst/>
              <a:gdLst/>
              <a:ahLst/>
              <a:cxnLst/>
              <a:rect l="l" t="t" r="r" b="b"/>
              <a:pathLst>
                <a:path w="2796" h="1546" extrusionOk="0">
                  <a:moveTo>
                    <a:pt x="906" y="1"/>
                  </a:moveTo>
                  <a:cubicBezTo>
                    <a:pt x="610" y="1"/>
                    <a:pt x="469" y="259"/>
                    <a:pt x="469" y="259"/>
                  </a:cubicBezTo>
                  <a:cubicBezTo>
                    <a:pt x="0" y="1147"/>
                    <a:pt x="1101" y="1418"/>
                    <a:pt x="1625" y="1515"/>
                  </a:cubicBezTo>
                  <a:cubicBezTo>
                    <a:pt x="1736" y="1535"/>
                    <a:pt x="1851" y="1546"/>
                    <a:pt x="1964" y="1546"/>
                  </a:cubicBezTo>
                  <a:cubicBezTo>
                    <a:pt x="2384" y="1546"/>
                    <a:pt x="2771" y="1396"/>
                    <a:pt x="2781" y="1009"/>
                  </a:cubicBezTo>
                  <a:cubicBezTo>
                    <a:pt x="2796" y="518"/>
                    <a:pt x="1488" y="150"/>
                    <a:pt x="1075" y="27"/>
                  </a:cubicBezTo>
                  <a:cubicBezTo>
                    <a:pt x="1014" y="9"/>
                    <a:pt x="958" y="1"/>
                    <a:pt x="9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7794121" y="4059627"/>
              <a:ext cx="199402" cy="110292"/>
            </a:xfrm>
            <a:custGeom>
              <a:avLst/>
              <a:gdLst/>
              <a:ahLst/>
              <a:cxnLst/>
              <a:rect l="l" t="t" r="r" b="b"/>
              <a:pathLst>
                <a:path w="2795" h="1546" extrusionOk="0">
                  <a:moveTo>
                    <a:pt x="1890" y="1"/>
                  </a:moveTo>
                  <a:cubicBezTo>
                    <a:pt x="1839" y="1"/>
                    <a:pt x="1783" y="9"/>
                    <a:pt x="1722" y="27"/>
                  </a:cubicBezTo>
                  <a:cubicBezTo>
                    <a:pt x="1309" y="150"/>
                    <a:pt x="0" y="518"/>
                    <a:pt x="15" y="1009"/>
                  </a:cubicBezTo>
                  <a:cubicBezTo>
                    <a:pt x="26" y="1396"/>
                    <a:pt x="413" y="1546"/>
                    <a:pt x="832" y="1546"/>
                  </a:cubicBezTo>
                  <a:cubicBezTo>
                    <a:pt x="945" y="1546"/>
                    <a:pt x="1060" y="1535"/>
                    <a:pt x="1171" y="1515"/>
                  </a:cubicBezTo>
                  <a:cubicBezTo>
                    <a:pt x="1694" y="1418"/>
                    <a:pt x="2795" y="1147"/>
                    <a:pt x="2327" y="259"/>
                  </a:cubicBezTo>
                  <a:cubicBezTo>
                    <a:pt x="2327" y="259"/>
                    <a:pt x="2187" y="1"/>
                    <a:pt x="18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6989520" y="4223923"/>
              <a:ext cx="1085476" cy="95952"/>
            </a:xfrm>
            <a:custGeom>
              <a:avLst/>
              <a:gdLst/>
              <a:ahLst/>
              <a:cxnLst/>
              <a:rect l="l" t="t" r="r" b="b"/>
              <a:pathLst>
                <a:path w="15215" h="1345" extrusionOk="0">
                  <a:moveTo>
                    <a:pt x="511" y="1"/>
                  </a:moveTo>
                  <a:cubicBezTo>
                    <a:pt x="230" y="1"/>
                    <a:pt x="1" y="228"/>
                    <a:pt x="1" y="507"/>
                  </a:cubicBezTo>
                  <a:lnTo>
                    <a:pt x="1" y="840"/>
                  </a:lnTo>
                  <a:cubicBezTo>
                    <a:pt x="1" y="1116"/>
                    <a:pt x="230" y="1345"/>
                    <a:pt x="511" y="1345"/>
                  </a:cubicBezTo>
                  <a:lnTo>
                    <a:pt x="14703" y="1345"/>
                  </a:lnTo>
                  <a:cubicBezTo>
                    <a:pt x="14984" y="1345"/>
                    <a:pt x="15213" y="1116"/>
                    <a:pt x="15214" y="840"/>
                  </a:cubicBezTo>
                  <a:lnTo>
                    <a:pt x="15214" y="507"/>
                  </a:lnTo>
                  <a:cubicBezTo>
                    <a:pt x="15214" y="229"/>
                    <a:pt x="14985" y="1"/>
                    <a:pt x="14704" y="1"/>
                  </a:cubicBezTo>
                  <a:lnTo>
                    <a:pt x="12178" y="1"/>
                  </a:lnTo>
                  <a:lnTo>
                    <a:pt x="10542" y="675"/>
                  </a:lnTo>
                  <a:lnTo>
                    <a:pt x="4785" y="675"/>
                  </a:lnTo>
                  <a:lnTo>
                    <a:pt x="338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7030042" y="4250746"/>
              <a:ext cx="198475" cy="42305"/>
            </a:xfrm>
            <a:custGeom>
              <a:avLst/>
              <a:gdLst/>
              <a:ahLst/>
              <a:cxnLst/>
              <a:rect l="l" t="t" r="r" b="b"/>
              <a:pathLst>
                <a:path w="2782" h="593" extrusionOk="0"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lnTo>
                    <a:pt x="0" y="583"/>
                  </a:lnTo>
                  <a:cubicBezTo>
                    <a:pt x="0" y="588"/>
                    <a:pt x="4" y="592"/>
                    <a:pt x="9" y="592"/>
                  </a:cubicBezTo>
                  <a:lnTo>
                    <a:pt x="2773" y="592"/>
                  </a:lnTo>
                  <a:cubicBezTo>
                    <a:pt x="2778" y="592"/>
                    <a:pt x="2782" y="588"/>
                    <a:pt x="2782" y="583"/>
                  </a:cubicBezTo>
                  <a:lnTo>
                    <a:pt x="2782" y="9"/>
                  </a:lnTo>
                  <a:cubicBezTo>
                    <a:pt x="2782" y="4"/>
                    <a:pt x="2778" y="0"/>
                    <a:pt x="2773" y="0"/>
                  </a:cubicBezTo>
                  <a:close/>
                </a:path>
              </a:pathLst>
            </a:custGeom>
            <a:solidFill>
              <a:srgbClr val="FF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7843133" y="4250746"/>
              <a:ext cx="198475" cy="42305"/>
            </a:xfrm>
            <a:custGeom>
              <a:avLst/>
              <a:gdLst/>
              <a:ahLst/>
              <a:cxnLst/>
              <a:rect l="l" t="t" r="r" b="b"/>
              <a:pathLst>
                <a:path w="2782" h="593" extrusionOk="0">
                  <a:moveTo>
                    <a:pt x="10" y="0"/>
                  </a:moveTo>
                  <a:cubicBezTo>
                    <a:pt x="5" y="0"/>
                    <a:pt x="1" y="4"/>
                    <a:pt x="1" y="9"/>
                  </a:cubicBezTo>
                  <a:lnTo>
                    <a:pt x="1" y="583"/>
                  </a:lnTo>
                  <a:cubicBezTo>
                    <a:pt x="1" y="588"/>
                    <a:pt x="5" y="592"/>
                    <a:pt x="10" y="592"/>
                  </a:cubicBezTo>
                  <a:lnTo>
                    <a:pt x="2773" y="592"/>
                  </a:lnTo>
                  <a:cubicBezTo>
                    <a:pt x="2776" y="592"/>
                    <a:pt x="2781" y="588"/>
                    <a:pt x="2782" y="583"/>
                  </a:cubicBezTo>
                  <a:lnTo>
                    <a:pt x="2782" y="9"/>
                  </a:lnTo>
                  <a:cubicBezTo>
                    <a:pt x="2782" y="4"/>
                    <a:pt x="2777" y="0"/>
                    <a:pt x="2773" y="0"/>
                  </a:cubicBezTo>
                  <a:close/>
                </a:path>
              </a:pathLst>
            </a:custGeom>
            <a:solidFill>
              <a:srgbClr val="FF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7935664" y="3883131"/>
              <a:ext cx="159807" cy="90102"/>
            </a:xfrm>
            <a:custGeom>
              <a:avLst/>
              <a:gdLst/>
              <a:ahLst/>
              <a:cxnLst/>
              <a:rect l="l" t="t" r="r" b="b"/>
              <a:pathLst>
                <a:path w="2240" h="1263" extrusionOk="0">
                  <a:moveTo>
                    <a:pt x="1326" y="0"/>
                  </a:moveTo>
                  <a:cubicBezTo>
                    <a:pt x="646" y="0"/>
                    <a:pt x="858" y="151"/>
                    <a:pt x="535" y="350"/>
                  </a:cubicBezTo>
                  <a:cubicBezTo>
                    <a:pt x="422" y="419"/>
                    <a:pt x="325" y="442"/>
                    <a:pt x="246" y="442"/>
                  </a:cubicBezTo>
                  <a:cubicBezTo>
                    <a:pt x="88" y="442"/>
                    <a:pt x="1" y="350"/>
                    <a:pt x="1" y="350"/>
                  </a:cubicBezTo>
                  <a:lnTo>
                    <a:pt x="1" y="350"/>
                  </a:lnTo>
                  <a:lnTo>
                    <a:pt x="212" y="797"/>
                  </a:lnTo>
                  <a:cubicBezTo>
                    <a:pt x="233" y="783"/>
                    <a:pt x="258" y="777"/>
                    <a:pt x="287" y="777"/>
                  </a:cubicBezTo>
                  <a:cubicBezTo>
                    <a:pt x="417" y="777"/>
                    <a:pt x="609" y="906"/>
                    <a:pt x="664" y="989"/>
                  </a:cubicBezTo>
                  <a:cubicBezTo>
                    <a:pt x="800" y="1199"/>
                    <a:pt x="1023" y="1220"/>
                    <a:pt x="1153" y="1238"/>
                  </a:cubicBezTo>
                  <a:cubicBezTo>
                    <a:pt x="1274" y="1255"/>
                    <a:pt x="1381" y="1263"/>
                    <a:pt x="1475" y="1263"/>
                  </a:cubicBezTo>
                  <a:cubicBezTo>
                    <a:pt x="2028" y="1263"/>
                    <a:pt x="2144" y="994"/>
                    <a:pt x="2170" y="753"/>
                  </a:cubicBezTo>
                  <a:cubicBezTo>
                    <a:pt x="2195" y="526"/>
                    <a:pt x="2239" y="17"/>
                    <a:pt x="1432" y="1"/>
                  </a:cubicBezTo>
                  <a:cubicBezTo>
                    <a:pt x="1394" y="0"/>
                    <a:pt x="1359" y="0"/>
                    <a:pt x="1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6973539" y="3883131"/>
              <a:ext cx="159736" cy="90102"/>
            </a:xfrm>
            <a:custGeom>
              <a:avLst/>
              <a:gdLst/>
              <a:ahLst/>
              <a:cxnLst/>
              <a:rect l="l" t="t" r="r" b="b"/>
              <a:pathLst>
                <a:path w="2239" h="1263" extrusionOk="0">
                  <a:moveTo>
                    <a:pt x="913" y="0"/>
                  </a:moveTo>
                  <a:cubicBezTo>
                    <a:pt x="880" y="0"/>
                    <a:pt x="845" y="0"/>
                    <a:pt x="808" y="1"/>
                  </a:cubicBezTo>
                  <a:cubicBezTo>
                    <a:pt x="1" y="17"/>
                    <a:pt x="45" y="526"/>
                    <a:pt x="69" y="753"/>
                  </a:cubicBezTo>
                  <a:cubicBezTo>
                    <a:pt x="96" y="994"/>
                    <a:pt x="213" y="1263"/>
                    <a:pt x="765" y="1263"/>
                  </a:cubicBezTo>
                  <a:cubicBezTo>
                    <a:pt x="859" y="1263"/>
                    <a:pt x="966" y="1255"/>
                    <a:pt x="1087" y="1238"/>
                  </a:cubicBezTo>
                  <a:cubicBezTo>
                    <a:pt x="1216" y="1220"/>
                    <a:pt x="1439" y="1199"/>
                    <a:pt x="1575" y="989"/>
                  </a:cubicBezTo>
                  <a:cubicBezTo>
                    <a:pt x="1630" y="906"/>
                    <a:pt x="1823" y="777"/>
                    <a:pt x="1953" y="777"/>
                  </a:cubicBezTo>
                  <a:cubicBezTo>
                    <a:pt x="1982" y="777"/>
                    <a:pt x="2008" y="783"/>
                    <a:pt x="2028" y="797"/>
                  </a:cubicBezTo>
                  <a:lnTo>
                    <a:pt x="2238" y="350"/>
                  </a:lnTo>
                  <a:lnTo>
                    <a:pt x="2238" y="350"/>
                  </a:lnTo>
                  <a:cubicBezTo>
                    <a:pt x="2238" y="350"/>
                    <a:pt x="2152" y="442"/>
                    <a:pt x="1994" y="442"/>
                  </a:cubicBezTo>
                  <a:cubicBezTo>
                    <a:pt x="1915" y="442"/>
                    <a:pt x="1818" y="419"/>
                    <a:pt x="1704" y="350"/>
                  </a:cubicBezTo>
                  <a:cubicBezTo>
                    <a:pt x="1381" y="151"/>
                    <a:pt x="1593" y="0"/>
                    <a:pt x="9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6661059" y="3771270"/>
              <a:ext cx="83257" cy="658682"/>
            </a:xfrm>
            <a:custGeom>
              <a:avLst/>
              <a:gdLst/>
              <a:ahLst/>
              <a:cxnLst/>
              <a:rect l="l" t="t" r="r" b="b"/>
              <a:pathLst>
                <a:path w="1167" h="9233" extrusionOk="0">
                  <a:moveTo>
                    <a:pt x="0" y="0"/>
                  </a:moveTo>
                  <a:lnTo>
                    <a:pt x="0" y="9232"/>
                  </a:lnTo>
                  <a:lnTo>
                    <a:pt x="1167" y="9232"/>
                  </a:lnTo>
                  <a:lnTo>
                    <a:pt x="11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6677539" y="3771270"/>
              <a:ext cx="94743" cy="658682"/>
            </a:xfrm>
            <a:custGeom>
              <a:avLst/>
              <a:gdLst/>
              <a:ahLst/>
              <a:cxnLst/>
              <a:rect l="l" t="t" r="r" b="b"/>
              <a:pathLst>
                <a:path w="1328" h="9233" extrusionOk="0">
                  <a:moveTo>
                    <a:pt x="1" y="0"/>
                  </a:moveTo>
                  <a:lnTo>
                    <a:pt x="1" y="9232"/>
                  </a:lnTo>
                  <a:lnTo>
                    <a:pt x="1328" y="9232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6692878" y="3803516"/>
              <a:ext cx="63067" cy="626365"/>
            </a:xfrm>
            <a:custGeom>
              <a:avLst/>
              <a:gdLst/>
              <a:ahLst/>
              <a:cxnLst/>
              <a:rect l="l" t="t" r="r" b="b"/>
              <a:pathLst>
                <a:path w="884" h="8780" extrusionOk="0">
                  <a:moveTo>
                    <a:pt x="0" y="1"/>
                  </a:moveTo>
                  <a:lnTo>
                    <a:pt x="0" y="8779"/>
                  </a:lnTo>
                  <a:lnTo>
                    <a:pt x="884" y="8779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rgbClr val="073763">
                <a:alpha val="17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6711498" y="3819282"/>
              <a:ext cx="785552" cy="50437"/>
            </a:xfrm>
            <a:custGeom>
              <a:avLst/>
              <a:gdLst/>
              <a:ahLst/>
              <a:cxnLst/>
              <a:rect l="l" t="t" r="r" b="b"/>
              <a:pathLst>
                <a:path w="11011" h="707" extrusionOk="0">
                  <a:moveTo>
                    <a:pt x="1" y="0"/>
                  </a:moveTo>
                  <a:lnTo>
                    <a:pt x="1" y="706"/>
                  </a:lnTo>
                  <a:lnTo>
                    <a:pt x="11011" y="706"/>
                  </a:lnTo>
                  <a:lnTo>
                    <a:pt x="110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6691950" y="3812862"/>
              <a:ext cx="68917" cy="68914"/>
            </a:xfrm>
            <a:custGeom>
              <a:avLst/>
              <a:gdLst/>
              <a:ahLst/>
              <a:cxnLst/>
              <a:rect l="l" t="t" r="r" b="b"/>
              <a:pathLst>
                <a:path w="966" h="966" extrusionOk="0">
                  <a:moveTo>
                    <a:pt x="483" y="0"/>
                  </a:moveTo>
                  <a:cubicBezTo>
                    <a:pt x="216" y="0"/>
                    <a:pt x="1" y="217"/>
                    <a:pt x="1" y="483"/>
                  </a:cubicBezTo>
                  <a:cubicBezTo>
                    <a:pt x="1" y="749"/>
                    <a:pt x="216" y="965"/>
                    <a:pt x="483" y="965"/>
                  </a:cubicBezTo>
                  <a:cubicBezTo>
                    <a:pt x="749" y="965"/>
                    <a:pt x="965" y="749"/>
                    <a:pt x="965" y="483"/>
                  </a:cubicBezTo>
                  <a:cubicBezTo>
                    <a:pt x="965" y="217"/>
                    <a:pt x="749" y="0"/>
                    <a:pt x="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5"/>
            <p:cNvSpPr/>
            <p:nvPr/>
          </p:nvSpPr>
          <p:spPr>
            <a:xfrm>
              <a:off x="6831282" y="3835476"/>
              <a:ext cx="102091" cy="16836"/>
            </a:xfrm>
            <a:custGeom>
              <a:avLst/>
              <a:gdLst/>
              <a:ahLst/>
              <a:cxnLst/>
              <a:rect l="l" t="t" r="r" b="b"/>
              <a:pathLst>
                <a:path w="1431" h="236" extrusionOk="0">
                  <a:moveTo>
                    <a:pt x="0" y="0"/>
                  </a:moveTo>
                  <a:lnTo>
                    <a:pt x="0" y="236"/>
                  </a:lnTo>
                  <a:lnTo>
                    <a:pt x="1431" y="236"/>
                  </a:lnTo>
                  <a:lnTo>
                    <a:pt x="14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5"/>
            <p:cNvSpPr/>
            <p:nvPr/>
          </p:nvSpPr>
          <p:spPr>
            <a:xfrm>
              <a:off x="6960840" y="3835476"/>
              <a:ext cx="102162" cy="16836"/>
            </a:xfrm>
            <a:custGeom>
              <a:avLst/>
              <a:gdLst/>
              <a:ahLst/>
              <a:cxnLst/>
              <a:rect l="l" t="t" r="r" b="b"/>
              <a:pathLst>
                <a:path w="1432" h="236" extrusionOk="0">
                  <a:moveTo>
                    <a:pt x="1" y="0"/>
                  </a:moveTo>
                  <a:lnTo>
                    <a:pt x="1" y="236"/>
                  </a:lnTo>
                  <a:lnTo>
                    <a:pt x="1431" y="236"/>
                  </a:lnTo>
                  <a:lnTo>
                    <a:pt x="14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5"/>
            <p:cNvSpPr/>
            <p:nvPr/>
          </p:nvSpPr>
          <p:spPr>
            <a:xfrm>
              <a:off x="7090541" y="3835476"/>
              <a:ext cx="102162" cy="16836"/>
            </a:xfrm>
            <a:custGeom>
              <a:avLst/>
              <a:gdLst/>
              <a:ahLst/>
              <a:cxnLst/>
              <a:rect l="l" t="t" r="r" b="b"/>
              <a:pathLst>
                <a:path w="1432" h="236" extrusionOk="0">
                  <a:moveTo>
                    <a:pt x="0" y="0"/>
                  </a:moveTo>
                  <a:lnTo>
                    <a:pt x="0" y="236"/>
                  </a:lnTo>
                  <a:lnTo>
                    <a:pt x="1431" y="236"/>
                  </a:lnTo>
                  <a:lnTo>
                    <a:pt x="14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5"/>
            <p:cNvSpPr/>
            <p:nvPr/>
          </p:nvSpPr>
          <p:spPr>
            <a:xfrm>
              <a:off x="7220170" y="3835476"/>
              <a:ext cx="102162" cy="16836"/>
            </a:xfrm>
            <a:custGeom>
              <a:avLst/>
              <a:gdLst/>
              <a:ahLst/>
              <a:cxnLst/>
              <a:rect l="l" t="t" r="r" b="b"/>
              <a:pathLst>
                <a:path w="1432" h="236" extrusionOk="0">
                  <a:moveTo>
                    <a:pt x="1" y="0"/>
                  </a:moveTo>
                  <a:lnTo>
                    <a:pt x="1" y="236"/>
                  </a:lnTo>
                  <a:lnTo>
                    <a:pt x="1432" y="236"/>
                  </a:lnTo>
                  <a:lnTo>
                    <a:pt x="14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5"/>
            <p:cNvSpPr/>
            <p:nvPr/>
          </p:nvSpPr>
          <p:spPr>
            <a:xfrm>
              <a:off x="7349871" y="3835476"/>
              <a:ext cx="102162" cy="16836"/>
            </a:xfrm>
            <a:custGeom>
              <a:avLst/>
              <a:gdLst/>
              <a:ahLst/>
              <a:cxnLst/>
              <a:rect l="l" t="t" r="r" b="b"/>
              <a:pathLst>
                <a:path w="1432" h="236" extrusionOk="0">
                  <a:moveTo>
                    <a:pt x="0" y="0"/>
                  </a:moveTo>
                  <a:lnTo>
                    <a:pt x="0" y="236"/>
                  </a:lnTo>
                  <a:lnTo>
                    <a:pt x="1431" y="236"/>
                  </a:lnTo>
                  <a:lnTo>
                    <a:pt x="14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5"/>
            <p:cNvSpPr/>
            <p:nvPr/>
          </p:nvSpPr>
          <p:spPr>
            <a:xfrm>
              <a:off x="6611690" y="4354332"/>
              <a:ext cx="218879" cy="75549"/>
            </a:xfrm>
            <a:custGeom>
              <a:avLst/>
              <a:gdLst/>
              <a:ahLst/>
              <a:cxnLst/>
              <a:rect l="l" t="t" r="r" b="b"/>
              <a:pathLst>
                <a:path w="3068" h="1059" extrusionOk="0">
                  <a:moveTo>
                    <a:pt x="1" y="1"/>
                  </a:moveTo>
                  <a:lnTo>
                    <a:pt x="1" y="1058"/>
                  </a:lnTo>
                  <a:lnTo>
                    <a:pt x="3068" y="1058"/>
                  </a:lnTo>
                  <a:lnTo>
                    <a:pt x="3068" y="1"/>
                  </a:ln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5"/>
            <p:cNvSpPr/>
            <p:nvPr/>
          </p:nvSpPr>
          <p:spPr>
            <a:xfrm>
              <a:off x="6628241" y="4354332"/>
              <a:ext cx="218736" cy="75549"/>
            </a:xfrm>
            <a:custGeom>
              <a:avLst/>
              <a:gdLst/>
              <a:ahLst/>
              <a:cxnLst/>
              <a:rect l="l" t="t" r="r" b="b"/>
              <a:pathLst>
                <a:path w="3066" h="1059" extrusionOk="0">
                  <a:moveTo>
                    <a:pt x="0" y="1"/>
                  </a:moveTo>
                  <a:lnTo>
                    <a:pt x="0" y="1058"/>
                  </a:lnTo>
                  <a:lnTo>
                    <a:pt x="3066" y="1058"/>
                  </a:lnTo>
                  <a:lnTo>
                    <a:pt x="3066" y="1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5"/>
            <p:cNvSpPr/>
            <p:nvPr/>
          </p:nvSpPr>
          <p:spPr>
            <a:xfrm>
              <a:off x="6628241" y="4354332"/>
              <a:ext cx="65564" cy="48012"/>
            </a:xfrm>
            <a:custGeom>
              <a:avLst/>
              <a:gdLst/>
              <a:ahLst/>
              <a:cxnLst/>
              <a:rect l="l" t="t" r="r" b="b"/>
              <a:pathLst>
                <a:path w="919" h="673" extrusionOk="0">
                  <a:moveTo>
                    <a:pt x="517" y="1"/>
                  </a:moveTo>
                  <a:lnTo>
                    <a:pt x="0" y="379"/>
                  </a:lnTo>
                  <a:lnTo>
                    <a:pt x="0" y="673"/>
                  </a:lnTo>
                  <a:lnTo>
                    <a:pt x="9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5"/>
            <p:cNvSpPr/>
            <p:nvPr/>
          </p:nvSpPr>
          <p:spPr>
            <a:xfrm>
              <a:off x="6632379" y="4354332"/>
              <a:ext cx="131698" cy="75549"/>
            </a:xfrm>
            <a:custGeom>
              <a:avLst/>
              <a:gdLst/>
              <a:ahLst/>
              <a:cxnLst/>
              <a:rect l="l" t="t" r="r" b="b"/>
              <a:pathLst>
                <a:path w="1846" h="1059" extrusionOk="0">
                  <a:moveTo>
                    <a:pt x="1444" y="1"/>
                  </a:moveTo>
                  <a:lnTo>
                    <a:pt x="0" y="1058"/>
                  </a:lnTo>
                  <a:lnTo>
                    <a:pt x="402" y="1058"/>
                  </a:lnTo>
                  <a:lnTo>
                    <a:pt x="18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5"/>
            <p:cNvSpPr/>
            <p:nvPr/>
          </p:nvSpPr>
          <p:spPr>
            <a:xfrm>
              <a:off x="6694804" y="4354332"/>
              <a:ext cx="131698" cy="75549"/>
            </a:xfrm>
            <a:custGeom>
              <a:avLst/>
              <a:gdLst/>
              <a:ahLst/>
              <a:cxnLst/>
              <a:rect l="l" t="t" r="r" b="b"/>
              <a:pathLst>
                <a:path w="1846" h="1059" extrusionOk="0">
                  <a:moveTo>
                    <a:pt x="1443" y="1"/>
                  </a:moveTo>
                  <a:lnTo>
                    <a:pt x="0" y="1058"/>
                  </a:lnTo>
                  <a:lnTo>
                    <a:pt x="401" y="1058"/>
                  </a:lnTo>
                  <a:lnTo>
                    <a:pt x="18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5"/>
            <p:cNvSpPr/>
            <p:nvPr/>
          </p:nvSpPr>
          <p:spPr>
            <a:xfrm>
              <a:off x="6765076" y="4369742"/>
              <a:ext cx="81901" cy="60140"/>
            </a:xfrm>
            <a:custGeom>
              <a:avLst/>
              <a:gdLst/>
              <a:ahLst/>
              <a:cxnLst/>
              <a:rect l="l" t="t" r="r" b="b"/>
              <a:pathLst>
                <a:path w="1148" h="843" extrusionOk="0">
                  <a:moveTo>
                    <a:pt x="1148" y="0"/>
                  </a:moveTo>
                  <a:lnTo>
                    <a:pt x="0" y="842"/>
                  </a:lnTo>
                  <a:lnTo>
                    <a:pt x="401" y="842"/>
                  </a:lnTo>
                  <a:lnTo>
                    <a:pt x="1148" y="295"/>
                  </a:lnTo>
                  <a:lnTo>
                    <a:pt x="11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5"/>
            <p:cNvSpPr/>
            <p:nvPr/>
          </p:nvSpPr>
          <p:spPr>
            <a:xfrm>
              <a:off x="5574156" y="3149542"/>
              <a:ext cx="215668" cy="125416"/>
            </a:xfrm>
            <a:custGeom>
              <a:avLst/>
              <a:gdLst/>
              <a:ahLst/>
              <a:cxnLst/>
              <a:rect l="l" t="t" r="r" b="b"/>
              <a:pathLst>
                <a:path w="3023" h="1758" extrusionOk="0">
                  <a:moveTo>
                    <a:pt x="0" y="1"/>
                  </a:moveTo>
                  <a:lnTo>
                    <a:pt x="0" y="1757"/>
                  </a:lnTo>
                  <a:lnTo>
                    <a:pt x="3023" y="1757"/>
                  </a:lnTo>
                  <a:lnTo>
                    <a:pt x="3023" y="1"/>
                  </a:ln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5"/>
            <p:cNvSpPr/>
            <p:nvPr/>
          </p:nvSpPr>
          <p:spPr>
            <a:xfrm>
              <a:off x="5632372" y="3149542"/>
              <a:ext cx="157453" cy="125416"/>
            </a:xfrm>
            <a:custGeom>
              <a:avLst/>
              <a:gdLst/>
              <a:ahLst/>
              <a:cxnLst/>
              <a:rect l="l" t="t" r="r" b="b"/>
              <a:pathLst>
                <a:path w="2207" h="1758" extrusionOk="0">
                  <a:moveTo>
                    <a:pt x="0" y="1"/>
                  </a:moveTo>
                  <a:lnTo>
                    <a:pt x="0" y="1757"/>
                  </a:lnTo>
                  <a:lnTo>
                    <a:pt x="2207" y="1757"/>
                  </a:lnTo>
                  <a:lnTo>
                    <a:pt x="2207" y="1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5"/>
            <p:cNvSpPr/>
            <p:nvPr/>
          </p:nvSpPr>
          <p:spPr>
            <a:xfrm>
              <a:off x="5506523" y="3307988"/>
              <a:ext cx="919605" cy="1119396"/>
            </a:xfrm>
            <a:custGeom>
              <a:avLst/>
              <a:gdLst/>
              <a:ahLst/>
              <a:cxnLst/>
              <a:rect l="l" t="t" r="r" b="b"/>
              <a:pathLst>
                <a:path w="12890" h="15691" extrusionOk="0">
                  <a:moveTo>
                    <a:pt x="1" y="1"/>
                  </a:moveTo>
                  <a:lnTo>
                    <a:pt x="1" y="15690"/>
                  </a:lnTo>
                  <a:lnTo>
                    <a:pt x="12889" y="15690"/>
                  </a:lnTo>
                  <a:lnTo>
                    <a:pt x="128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5"/>
            <p:cNvSpPr/>
            <p:nvPr/>
          </p:nvSpPr>
          <p:spPr>
            <a:xfrm>
              <a:off x="5454087" y="4333501"/>
              <a:ext cx="1038461" cy="93883"/>
            </a:xfrm>
            <a:custGeom>
              <a:avLst/>
              <a:gdLst/>
              <a:ahLst/>
              <a:cxnLst/>
              <a:rect l="l" t="t" r="r" b="b"/>
              <a:pathLst>
                <a:path w="14556" h="1316" extrusionOk="0">
                  <a:moveTo>
                    <a:pt x="1" y="0"/>
                  </a:moveTo>
                  <a:lnTo>
                    <a:pt x="1" y="1315"/>
                  </a:lnTo>
                  <a:lnTo>
                    <a:pt x="14556" y="1315"/>
                  </a:lnTo>
                  <a:lnTo>
                    <a:pt x="14556" y="0"/>
                  </a:lnTo>
                  <a:close/>
                </a:path>
              </a:pathLst>
            </a:custGeom>
            <a:solidFill>
              <a:srgbClr val="BE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5"/>
            <p:cNvSpPr/>
            <p:nvPr/>
          </p:nvSpPr>
          <p:spPr>
            <a:xfrm>
              <a:off x="5506523" y="3910811"/>
              <a:ext cx="919605" cy="422761"/>
            </a:xfrm>
            <a:custGeom>
              <a:avLst/>
              <a:gdLst/>
              <a:ahLst/>
              <a:cxnLst/>
              <a:rect l="l" t="t" r="r" b="b"/>
              <a:pathLst>
                <a:path w="12890" h="5926" extrusionOk="0">
                  <a:moveTo>
                    <a:pt x="1" y="1"/>
                  </a:moveTo>
                  <a:lnTo>
                    <a:pt x="1" y="5925"/>
                  </a:lnTo>
                  <a:lnTo>
                    <a:pt x="12889" y="5925"/>
                  </a:lnTo>
                  <a:lnTo>
                    <a:pt x="128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5"/>
            <p:cNvSpPr/>
            <p:nvPr/>
          </p:nvSpPr>
          <p:spPr>
            <a:xfrm>
              <a:off x="5429616" y="3220597"/>
              <a:ext cx="1062932" cy="108437"/>
            </a:xfrm>
            <a:custGeom>
              <a:avLst/>
              <a:gdLst/>
              <a:ahLst/>
              <a:cxnLst/>
              <a:rect l="l" t="t" r="r" b="b"/>
              <a:pathLst>
                <a:path w="14899" h="1520" extrusionOk="0">
                  <a:moveTo>
                    <a:pt x="0" y="0"/>
                  </a:moveTo>
                  <a:lnTo>
                    <a:pt x="0" y="1519"/>
                  </a:lnTo>
                  <a:lnTo>
                    <a:pt x="14899" y="1519"/>
                  </a:lnTo>
                  <a:lnTo>
                    <a:pt x="148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5"/>
            <p:cNvSpPr/>
            <p:nvPr/>
          </p:nvSpPr>
          <p:spPr>
            <a:xfrm>
              <a:off x="5590422" y="3307988"/>
              <a:ext cx="919605" cy="1119396"/>
            </a:xfrm>
            <a:custGeom>
              <a:avLst/>
              <a:gdLst/>
              <a:ahLst/>
              <a:cxnLst/>
              <a:rect l="l" t="t" r="r" b="b"/>
              <a:pathLst>
                <a:path w="12890" h="15691" extrusionOk="0">
                  <a:moveTo>
                    <a:pt x="1" y="1"/>
                  </a:moveTo>
                  <a:lnTo>
                    <a:pt x="1" y="15690"/>
                  </a:lnTo>
                  <a:lnTo>
                    <a:pt x="12889" y="15690"/>
                  </a:lnTo>
                  <a:lnTo>
                    <a:pt x="128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5"/>
            <p:cNvSpPr/>
            <p:nvPr/>
          </p:nvSpPr>
          <p:spPr>
            <a:xfrm>
              <a:off x="5537985" y="4333501"/>
              <a:ext cx="1038461" cy="93883"/>
            </a:xfrm>
            <a:custGeom>
              <a:avLst/>
              <a:gdLst/>
              <a:ahLst/>
              <a:cxnLst/>
              <a:rect l="l" t="t" r="r" b="b"/>
              <a:pathLst>
                <a:path w="14556" h="1316" extrusionOk="0">
                  <a:moveTo>
                    <a:pt x="0" y="0"/>
                  </a:moveTo>
                  <a:lnTo>
                    <a:pt x="0" y="1315"/>
                  </a:lnTo>
                  <a:lnTo>
                    <a:pt x="14555" y="1315"/>
                  </a:lnTo>
                  <a:lnTo>
                    <a:pt x="14555" y="0"/>
                  </a:lnTo>
                  <a:close/>
                </a:path>
              </a:pathLst>
            </a:custGeom>
            <a:solidFill>
              <a:srgbClr val="E4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5"/>
            <p:cNvSpPr/>
            <p:nvPr/>
          </p:nvSpPr>
          <p:spPr>
            <a:xfrm>
              <a:off x="5632372" y="3363990"/>
              <a:ext cx="832139" cy="503803"/>
            </a:xfrm>
            <a:custGeom>
              <a:avLst/>
              <a:gdLst/>
              <a:ahLst/>
              <a:cxnLst/>
              <a:rect l="l" t="t" r="r" b="b"/>
              <a:pathLst>
                <a:path w="11664" h="7062" extrusionOk="0">
                  <a:moveTo>
                    <a:pt x="0" y="1"/>
                  </a:moveTo>
                  <a:lnTo>
                    <a:pt x="0" y="7061"/>
                  </a:lnTo>
                  <a:lnTo>
                    <a:pt x="11664" y="7061"/>
                  </a:lnTo>
                  <a:lnTo>
                    <a:pt x="11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5"/>
            <p:cNvSpPr/>
            <p:nvPr/>
          </p:nvSpPr>
          <p:spPr>
            <a:xfrm>
              <a:off x="5632372" y="3363990"/>
              <a:ext cx="800677" cy="503803"/>
            </a:xfrm>
            <a:custGeom>
              <a:avLst/>
              <a:gdLst/>
              <a:ahLst/>
              <a:cxnLst/>
              <a:rect l="l" t="t" r="r" b="b"/>
              <a:pathLst>
                <a:path w="11223" h="7062" extrusionOk="0">
                  <a:moveTo>
                    <a:pt x="0" y="1"/>
                  </a:moveTo>
                  <a:lnTo>
                    <a:pt x="0" y="7061"/>
                  </a:lnTo>
                  <a:lnTo>
                    <a:pt x="11223" y="7061"/>
                  </a:lnTo>
                  <a:lnTo>
                    <a:pt x="112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5"/>
            <p:cNvSpPr/>
            <p:nvPr/>
          </p:nvSpPr>
          <p:spPr>
            <a:xfrm>
              <a:off x="5590422" y="3910811"/>
              <a:ext cx="919605" cy="422761"/>
            </a:xfrm>
            <a:custGeom>
              <a:avLst/>
              <a:gdLst/>
              <a:ahLst/>
              <a:cxnLst/>
              <a:rect l="l" t="t" r="r" b="b"/>
              <a:pathLst>
                <a:path w="12890" h="5926" extrusionOk="0">
                  <a:moveTo>
                    <a:pt x="1" y="1"/>
                  </a:moveTo>
                  <a:lnTo>
                    <a:pt x="1" y="5925"/>
                  </a:lnTo>
                  <a:lnTo>
                    <a:pt x="12889" y="5925"/>
                  </a:lnTo>
                  <a:lnTo>
                    <a:pt x="128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5"/>
            <p:cNvSpPr/>
            <p:nvPr/>
          </p:nvSpPr>
          <p:spPr>
            <a:xfrm>
              <a:off x="5513586" y="3220597"/>
              <a:ext cx="1062932" cy="108437"/>
            </a:xfrm>
            <a:custGeom>
              <a:avLst/>
              <a:gdLst/>
              <a:ahLst/>
              <a:cxnLst/>
              <a:rect l="l" t="t" r="r" b="b"/>
              <a:pathLst>
                <a:path w="14899" h="1520" extrusionOk="0">
                  <a:moveTo>
                    <a:pt x="0" y="0"/>
                  </a:moveTo>
                  <a:lnTo>
                    <a:pt x="0" y="1519"/>
                  </a:lnTo>
                  <a:lnTo>
                    <a:pt x="14898" y="1519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5"/>
            <p:cNvSpPr/>
            <p:nvPr/>
          </p:nvSpPr>
          <p:spPr>
            <a:xfrm>
              <a:off x="5618460" y="3940275"/>
              <a:ext cx="846051" cy="367116"/>
            </a:xfrm>
            <a:custGeom>
              <a:avLst/>
              <a:gdLst/>
              <a:ahLst/>
              <a:cxnLst/>
              <a:rect l="l" t="t" r="r" b="b"/>
              <a:pathLst>
                <a:path w="11859" h="5146" extrusionOk="0">
                  <a:moveTo>
                    <a:pt x="0" y="1"/>
                  </a:moveTo>
                  <a:lnTo>
                    <a:pt x="0" y="5145"/>
                  </a:lnTo>
                  <a:lnTo>
                    <a:pt x="11859" y="5145"/>
                  </a:lnTo>
                  <a:lnTo>
                    <a:pt x="118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5"/>
            <p:cNvSpPr/>
            <p:nvPr/>
          </p:nvSpPr>
          <p:spPr>
            <a:xfrm>
              <a:off x="5641147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5"/>
            <p:cNvSpPr/>
            <p:nvPr/>
          </p:nvSpPr>
          <p:spPr>
            <a:xfrm>
              <a:off x="5669113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5"/>
            <p:cNvSpPr/>
            <p:nvPr/>
          </p:nvSpPr>
          <p:spPr>
            <a:xfrm>
              <a:off x="5697079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5"/>
            <p:cNvSpPr/>
            <p:nvPr/>
          </p:nvSpPr>
          <p:spPr>
            <a:xfrm>
              <a:off x="5725045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5"/>
            <p:cNvSpPr/>
            <p:nvPr/>
          </p:nvSpPr>
          <p:spPr>
            <a:xfrm>
              <a:off x="5753083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5"/>
            <p:cNvSpPr/>
            <p:nvPr/>
          </p:nvSpPr>
          <p:spPr>
            <a:xfrm>
              <a:off x="5780978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5"/>
            <p:cNvSpPr/>
            <p:nvPr/>
          </p:nvSpPr>
          <p:spPr>
            <a:xfrm>
              <a:off x="5809016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5"/>
            <p:cNvSpPr/>
            <p:nvPr/>
          </p:nvSpPr>
          <p:spPr>
            <a:xfrm>
              <a:off x="5836910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6" y="4694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5"/>
            <p:cNvSpPr/>
            <p:nvPr/>
          </p:nvSpPr>
          <p:spPr>
            <a:xfrm>
              <a:off x="5864948" y="3956398"/>
              <a:ext cx="17479" cy="334941"/>
            </a:xfrm>
            <a:custGeom>
              <a:avLst/>
              <a:gdLst/>
              <a:ahLst/>
              <a:cxnLst/>
              <a:rect l="l" t="t" r="r" b="b"/>
              <a:pathLst>
                <a:path w="245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5"/>
            <p:cNvSpPr/>
            <p:nvPr/>
          </p:nvSpPr>
          <p:spPr>
            <a:xfrm>
              <a:off x="5892914" y="3956398"/>
              <a:ext cx="17479" cy="334941"/>
            </a:xfrm>
            <a:custGeom>
              <a:avLst/>
              <a:gdLst/>
              <a:ahLst/>
              <a:cxnLst/>
              <a:rect l="l" t="t" r="r" b="b"/>
              <a:pathLst>
                <a:path w="245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5"/>
            <p:cNvSpPr/>
            <p:nvPr/>
          </p:nvSpPr>
          <p:spPr>
            <a:xfrm>
              <a:off x="5920809" y="3956398"/>
              <a:ext cx="17622" cy="334941"/>
            </a:xfrm>
            <a:custGeom>
              <a:avLst/>
              <a:gdLst/>
              <a:ahLst/>
              <a:cxnLst/>
              <a:rect l="l" t="t" r="r" b="b"/>
              <a:pathLst>
                <a:path w="247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7" y="4694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5"/>
            <p:cNvSpPr/>
            <p:nvPr/>
          </p:nvSpPr>
          <p:spPr>
            <a:xfrm>
              <a:off x="5948776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6" y="4694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5"/>
            <p:cNvSpPr/>
            <p:nvPr/>
          </p:nvSpPr>
          <p:spPr>
            <a:xfrm>
              <a:off x="5976813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6" y="4694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5"/>
            <p:cNvSpPr/>
            <p:nvPr/>
          </p:nvSpPr>
          <p:spPr>
            <a:xfrm>
              <a:off x="6004708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5"/>
            <p:cNvSpPr/>
            <p:nvPr/>
          </p:nvSpPr>
          <p:spPr>
            <a:xfrm>
              <a:off x="6032746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5"/>
            <p:cNvSpPr/>
            <p:nvPr/>
          </p:nvSpPr>
          <p:spPr>
            <a:xfrm>
              <a:off x="6060641" y="3956398"/>
              <a:ext cx="17622" cy="334941"/>
            </a:xfrm>
            <a:custGeom>
              <a:avLst/>
              <a:gdLst/>
              <a:ahLst/>
              <a:cxnLst/>
              <a:rect l="l" t="t" r="r" b="b"/>
              <a:pathLst>
                <a:path w="247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6" y="4694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5"/>
            <p:cNvSpPr/>
            <p:nvPr/>
          </p:nvSpPr>
          <p:spPr>
            <a:xfrm>
              <a:off x="6088678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5"/>
            <p:cNvSpPr/>
            <p:nvPr/>
          </p:nvSpPr>
          <p:spPr>
            <a:xfrm>
              <a:off x="6116644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5"/>
            <p:cNvSpPr/>
            <p:nvPr/>
          </p:nvSpPr>
          <p:spPr>
            <a:xfrm>
              <a:off x="6144611" y="3956398"/>
              <a:ext cx="17622" cy="334941"/>
            </a:xfrm>
            <a:custGeom>
              <a:avLst/>
              <a:gdLst/>
              <a:ahLst/>
              <a:cxnLst/>
              <a:rect l="l" t="t" r="r" b="b"/>
              <a:pathLst>
                <a:path w="247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6" y="4694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5"/>
            <p:cNvSpPr/>
            <p:nvPr/>
          </p:nvSpPr>
          <p:spPr>
            <a:xfrm>
              <a:off x="6172577" y="3956398"/>
              <a:ext cx="17479" cy="334941"/>
            </a:xfrm>
            <a:custGeom>
              <a:avLst/>
              <a:gdLst/>
              <a:ahLst/>
              <a:cxnLst/>
              <a:rect l="l" t="t" r="r" b="b"/>
              <a:pathLst>
                <a:path w="245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5"/>
            <p:cNvSpPr/>
            <p:nvPr/>
          </p:nvSpPr>
          <p:spPr>
            <a:xfrm>
              <a:off x="6200615" y="3956398"/>
              <a:ext cx="17479" cy="334941"/>
            </a:xfrm>
            <a:custGeom>
              <a:avLst/>
              <a:gdLst/>
              <a:ahLst/>
              <a:cxnLst/>
              <a:rect l="l" t="t" r="r" b="b"/>
              <a:pathLst>
                <a:path w="245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228509" y="3956398"/>
              <a:ext cx="17479" cy="334941"/>
            </a:xfrm>
            <a:custGeom>
              <a:avLst/>
              <a:gdLst/>
              <a:ahLst/>
              <a:cxnLst/>
              <a:rect l="l" t="t" r="r" b="b"/>
              <a:pathLst>
                <a:path w="245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256547" y="3956398"/>
              <a:ext cx="17479" cy="334941"/>
            </a:xfrm>
            <a:custGeom>
              <a:avLst/>
              <a:gdLst/>
              <a:ahLst/>
              <a:cxnLst/>
              <a:rect l="l" t="t" r="r" b="b"/>
              <a:pathLst>
                <a:path w="245" h="4695" extrusionOk="0">
                  <a:moveTo>
                    <a:pt x="0" y="1"/>
                  </a:moveTo>
                  <a:lnTo>
                    <a:pt x="0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5"/>
            <p:cNvSpPr/>
            <p:nvPr/>
          </p:nvSpPr>
          <p:spPr>
            <a:xfrm>
              <a:off x="6284371" y="3956398"/>
              <a:ext cx="17622" cy="334941"/>
            </a:xfrm>
            <a:custGeom>
              <a:avLst/>
              <a:gdLst/>
              <a:ahLst/>
              <a:cxnLst/>
              <a:rect l="l" t="t" r="r" b="b"/>
              <a:pathLst>
                <a:path w="247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7" y="4694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5"/>
            <p:cNvSpPr/>
            <p:nvPr/>
          </p:nvSpPr>
          <p:spPr>
            <a:xfrm>
              <a:off x="6312408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6" y="4694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6340374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6" y="4694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5"/>
            <p:cNvSpPr/>
            <p:nvPr/>
          </p:nvSpPr>
          <p:spPr>
            <a:xfrm>
              <a:off x="6368341" y="3956398"/>
              <a:ext cx="17622" cy="334941"/>
            </a:xfrm>
            <a:custGeom>
              <a:avLst/>
              <a:gdLst/>
              <a:ahLst/>
              <a:cxnLst/>
              <a:rect l="l" t="t" r="r" b="b"/>
              <a:pathLst>
                <a:path w="247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6" y="4694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5"/>
            <p:cNvSpPr/>
            <p:nvPr/>
          </p:nvSpPr>
          <p:spPr>
            <a:xfrm>
              <a:off x="6396307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5"/>
            <p:cNvSpPr/>
            <p:nvPr/>
          </p:nvSpPr>
          <p:spPr>
            <a:xfrm>
              <a:off x="6424345" y="3956398"/>
              <a:ext cx="17550" cy="334941"/>
            </a:xfrm>
            <a:custGeom>
              <a:avLst/>
              <a:gdLst/>
              <a:ahLst/>
              <a:cxnLst/>
              <a:rect l="l" t="t" r="r" b="b"/>
              <a:pathLst>
                <a:path w="246" h="4695" extrusionOk="0">
                  <a:moveTo>
                    <a:pt x="1" y="1"/>
                  </a:moveTo>
                  <a:lnTo>
                    <a:pt x="1" y="4694"/>
                  </a:lnTo>
                  <a:lnTo>
                    <a:pt x="245" y="4694"/>
                  </a:lnTo>
                  <a:lnTo>
                    <a:pt x="2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5"/>
            <p:cNvSpPr/>
            <p:nvPr/>
          </p:nvSpPr>
          <p:spPr>
            <a:xfrm>
              <a:off x="5680742" y="3363990"/>
              <a:ext cx="347367" cy="503732"/>
            </a:xfrm>
            <a:custGeom>
              <a:avLst/>
              <a:gdLst/>
              <a:ahLst/>
              <a:cxnLst/>
              <a:rect l="l" t="t" r="r" b="b"/>
              <a:pathLst>
                <a:path w="4869" h="7061" extrusionOk="0">
                  <a:moveTo>
                    <a:pt x="2069" y="1"/>
                  </a:moveTo>
                  <a:lnTo>
                    <a:pt x="0" y="7060"/>
                  </a:lnTo>
                  <a:lnTo>
                    <a:pt x="2800" y="7060"/>
                  </a:lnTo>
                  <a:lnTo>
                    <a:pt x="4868" y="1"/>
                  </a:lnTo>
                  <a:close/>
                </a:path>
              </a:pathLst>
            </a:custGeom>
            <a:solidFill>
              <a:srgbClr val="FFFFFF">
                <a:alpha val="1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5"/>
            <p:cNvSpPr/>
            <p:nvPr/>
          </p:nvSpPr>
          <p:spPr>
            <a:xfrm>
              <a:off x="5932438" y="3363990"/>
              <a:ext cx="263468" cy="503732"/>
            </a:xfrm>
            <a:custGeom>
              <a:avLst/>
              <a:gdLst/>
              <a:ahLst/>
              <a:cxnLst/>
              <a:rect l="l" t="t" r="r" b="b"/>
              <a:pathLst>
                <a:path w="3693" h="7061" extrusionOk="0">
                  <a:moveTo>
                    <a:pt x="2070" y="1"/>
                  </a:moveTo>
                  <a:lnTo>
                    <a:pt x="1" y="7060"/>
                  </a:lnTo>
                  <a:lnTo>
                    <a:pt x="1624" y="7060"/>
                  </a:lnTo>
                  <a:lnTo>
                    <a:pt x="3693" y="1"/>
                  </a:lnTo>
                  <a:close/>
                </a:path>
              </a:pathLst>
            </a:custGeom>
            <a:solidFill>
              <a:srgbClr val="FFFFFF">
                <a:alpha val="1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5"/>
            <p:cNvSpPr/>
            <p:nvPr/>
          </p:nvSpPr>
          <p:spPr>
            <a:xfrm>
              <a:off x="6212101" y="3363990"/>
              <a:ext cx="179640" cy="503732"/>
            </a:xfrm>
            <a:custGeom>
              <a:avLst/>
              <a:gdLst/>
              <a:ahLst/>
              <a:cxnLst/>
              <a:rect l="l" t="t" r="r" b="b"/>
              <a:pathLst>
                <a:path w="2518" h="7061" extrusionOk="0">
                  <a:moveTo>
                    <a:pt x="2070" y="1"/>
                  </a:moveTo>
                  <a:lnTo>
                    <a:pt x="1" y="7060"/>
                  </a:lnTo>
                  <a:lnTo>
                    <a:pt x="448" y="7060"/>
                  </a:lnTo>
                  <a:lnTo>
                    <a:pt x="2517" y="1"/>
                  </a:lnTo>
                  <a:close/>
                </a:path>
              </a:pathLst>
            </a:custGeom>
            <a:solidFill>
              <a:srgbClr val="FFFFFF">
                <a:alpha val="1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5"/>
            <p:cNvSpPr/>
            <p:nvPr/>
          </p:nvSpPr>
          <p:spPr>
            <a:xfrm>
              <a:off x="5618460" y="3841540"/>
              <a:ext cx="874088" cy="47726"/>
            </a:xfrm>
            <a:custGeom>
              <a:avLst/>
              <a:gdLst/>
              <a:ahLst/>
              <a:cxnLst/>
              <a:rect l="l" t="t" r="r" b="b"/>
              <a:pathLst>
                <a:path w="12252" h="669" extrusionOk="0">
                  <a:moveTo>
                    <a:pt x="0" y="0"/>
                  </a:moveTo>
                  <a:lnTo>
                    <a:pt x="0" y="668"/>
                  </a:lnTo>
                  <a:lnTo>
                    <a:pt x="12252" y="668"/>
                  </a:lnTo>
                  <a:lnTo>
                    <a:pt x="122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5"/>
            <p:cNvSpPr/>
            <p:nvPr/>
          </p:nvSpPr>
          <p:spPr>
            <a:xfrm>
              <a:off x="5663263" y="3841540"/>
              <a:ext cx="829285" cy="47726"/>
            </a:xfrm>
            <a:custGeom>
              <a:avLst/>
              <a:gdLst/>
              <a:ahLst/>
              <a:cxnLst/>
              <a:rect l="l" t="t" r="r" b="b"/>
              <a:pathLst>
                <a:path w="11624" h="669" extrusionOk="0">
                  <a:moveTo>
                    <a:pt x="1" y="0"/>
                  </a:moveTo>
                  <a:lnTo>
                    <a:pt x="1" y="668"/>
                  </a:lnTo>
                  <a:lnTo>
                    <a:pt x="11624" y="668"/>
                  </a:lnTo>
                  <a:lnTo>
                    <a:pt x="116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5"/>
            <p:cNvSpPr/>
            <p:nvPr/>
          </p:nvSpPr>
          <p:spPr>
            <a:xfrm>
              <a:off x="5020110" y="3866010"/>
              <a:ext cx="46087" cy="129339"/>
            </a:xfrm>
            <a:custGeom>
              <a:avLst/>
              <a:gdLst/>
              <a:ahLst/>
              <a:cxnLst/>
              <a:rect l="l" t="t" r="r" b="b"/>
              <a:pathLst>
                <a:path w="646" h="1813" extrusionOk="0">
                  <a:moveTo>
                    <a:pt x="280" y="0"/>
                  </a:moveTo>
                  <a:cubicBezTo>
                    <a:pt x="203" y="0"/>
                    <a:pt x="136" y="46"/>
                    <a:pt x="103" y="181"/>
                  </a:cubicBezTo>
                  <a:cubicBezTo>
                    <a:pt x="1" y="602"/>
                    <a:pt x="274" y="1813"/>
                    <a:pt x="274" y="1813"/>
                  </a:cubicBezTo>
                  <a:lnTo>
                    <a:pt x="539" y="1529"/>
                  </a:lnTo>
                  <a:lnTo>
                    <a:pt x="646" y="205"/>
                  </a:lnTo>
                  <a:lnTo>
                    <a:pt x="646" y="205"/>
                  </a:lnTo>
                  <a:cubicBezTo>
                    <a:pt x="646" y="205"/>
                    <a:pt x="646" y="205"/>
                    <a:pt x="646" y="205"/>
                  </a:cubicBezTo>
                  <a:cubicBezTo>
                    <a:pt x="644" y="205"/>
                    <a:pt x="442" y="0"/>
                    <a:pt x="280" y="0"/>
                  </a:cubicBezTo>
                  <a:close/>
                </a:path>
              </a:pathLst>
            </a:custGeom>
            <a:solidFill>
              <a:srgbClr val="F9B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5"/>
            <p:cNvSpPr/>
            <p:nvPr/>
          </p:nvSpPr>
          <p:spPr>
            <a:xfrm>
              <a:off x="5025960" y="3783184"/>
              <a:ext cx="91604" cy="138542"/>
            </a:xfrm>
            <a:custGeom>
              <a:avLst/>
              <a:gdLst/>
              <a:ahLst/>
              <a:cxnLst/>
              <a:rect l="l" t="t" r="r" b="b"/>
              <a:pathLst>
                <a:path w="1284" h="1942" extrusionOk="0">
                  <a:moveTo>
                    <a:pt x="853" y="1"/>
                  </a:moveTo>
                  <a:cubicBezTo>
                    <a:pt x="741" y="1"/>
                    <a:pt x="616" y="34"/>
                    <a:pt x="489" y="132"/>
                  </a:cubicBezTo>
                  <a:cubicBezTo>
                    <a:pt x="85" y="444"/>
                    <a:pt x="1" y="1509"/>
                    <a:pt x="1" y="1509"/>
                  </a:cubicBezTo>
                  <a:cubicBezTo>
                    <a:pt x="1" y="1509"/>
                    <a:pt x="285" y="1942"/>
                    <a:pt x="438" y="1942"/>
                  </a:cubicBezTo>
                  <a:cubicBezTo>
                    <a:pt x="495" y="1942"/>
                    <a:pt x="534" y="1882"/>
                    <a:pt x="532" y="1716"/>
                  </a:cubicBezTo>
                  <a:cubicBezTo>
                    <a:pt x="527" y="1109"/>
                    <a:pt x="1283" y="163"/>
                    <a:pt x="1283" y="163"/>
                  </a:cubicBezTo>
                  <a:cubicBezTo>
                    <a:pt x="1283" y="163"/>
                    <a:pt x="1099" y="1"/>
                    <a:pt x="853" y="1"/>
                  </a:cubicBezTo>
                  <a:close/>
                </a:path>
              </a:pathLst>
            </a:custGeom>
            <a:solidFill>
              <a:srgbClr val="F9B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5"/>
            <p:cNvSpPr/>
            <p:nvPr/>
          </p:nvSpPr>
          <p:spPr>
            <a:xfrm>
              <a:off x="5036091" y="3962390"/>
              <a:ext cx="40309" cy="82897"/>
            </a:xfrm>
            <a:custGeom>
              <a:avLst/>
              <a:gdLst/>
              <a:ahLst/>
              <a:cxnLst/>
              <a:rect l="l" t="t" r="r" b="b"/>
              <a:pathLst>
                <a:path w="565" h="1162" extrusionOk="0">
                  <a:moveTo>
                    <a:pt x="198" y="1"/>
                  </a:moveTo>
                  <a:cubicBezTo>
                    <a:pt x="164" y="2"/>
                    <a:pt x="131" y="12"/>
                    <a:pt x="100" y="27"/>
                  </a:cubicBezTo>
                  <a:cubicBezTo>
                    <a:pt x="73" y="38"/>
                    <a:pt x="47" y="52"/>
                    <a:pt x="31" y="75"/>
                  </a:cubicBezTo>
                  <a:cubicBezTo>
                    <a:pt x="1" y="115"/>
                    <a:pt x="7" y="171"/>
                    <a:pt x="12" y="219"/>
                  </a:cubicBezTo>
                  <a:cubicBezTo>
                    <a:pt x="25" y="339"/>
                    <a:pt x="32" y="458"/>
                    <a:pt x="30" y="578"/>
                  </a:cubicBezTo>
                  <a:cubicBezTo>
                    <a:pt x="28" y="669"/>
                    <a:pt x="21" y="760"/>
                    <a:pt x="37" y="850"/>
                  </a:cubicBezTo>
                  <a:cubicBezTo>
                    <a:pt x="52" y="938"/>
                    <a:pt x="94" y="1027"/>
                    <a:pt x="168" y="1079"/>
                  </a:cubicBezTo>
                  <a:cubicBezTo>
                    <a:pt x="222" y="1117"/>
                    <a:pt x="290" y="1132"/>
                    <a:pt x="356" y="1146"/>
                  </a:cubicBezTo>
                  <a:cubicBezTo>
                    <a:pt x="388" y="1154"/>
                    <a:pt x="421" y="1161"/>
                    <a:pt x="453" y="1162"/>
                  </a:cubicBezTo>
                  <a:cubicBezTo>
                    <a:pt x="455" y="1162"/>
                    <a:pt x="458" y="1162"/>
                    <a:pt x="461" y="1162"/>
                  </a:cubicBezTo>
                  <a:cubicBezTo>
                    <a:pt x="486" y="1162"/>
                    <a:pt x="512" y="1157"/>
                    <a:pt x="532" y="1141"/>
                  </a:cubicBezTo>
                  <a:cubicBezTo>
                    <a:pt x="554" y="1122"/>
                    <a:pt x="564" y="1088"/>
                    <a:pt x="545" y="1065"/>
                  </a:cubicBezTo>
                  <a:cubicBezTo>
                    <a:pt x="524" y="1039"/>
                    <a:pt x="484" y="1048"/>
                    <a:pt x="452" y="1044"/>
                  </a:cubicBezTo>
                  <a:cubicBezTo>
                    <a:pt x="399" y="1037"/>
                    <a:pt x="352" y="998"/>
                    <a:pt x="327" y="951"/>
                  </a:cubicBezTo>
                  <a:cubicBezTo>
                    <a:pt x="302" y="904"/>
                    <a:pt x="295" y="850"/>
                    <a:pt x="292" y="796"/>
                  </a:cubicBezTo>
                  <a:cubicBezTo>
                    <a:pt x="291" y="767"/>
                    <a:pt x="297" y="727"/>
                    <a:pt x="327" y="720"/>
                  </a:cubicBezTo>
                  <a:cubicBezTo>
                    <a:pt x="330" y="720"/>
                    <a:pt x="332" y="719"/>
                    <a:pt x="334" y="719"/>
                  </a:cubicBezTo>
                  <a:cubicBezTo>
                    <a:pt x="353" y="719"/>
                    <a:pt x="369" y="732"/>
                    <a:pt x="382" y="746"/>
                  </a:cubicBezTo>
                  <a:cubicBezTo>
                    <a:pt x="421" y="790"/>
                    <a:pt x="435" y="850"/>
                    <a:pt x="460" y="903"/>
                  </a:cubicBezTo>
                  <a:cubicBezTo>
                    <a:pt x="467" y="918"/>
                    <a:pt x="475" y="934"/>
                    <a:pt x="489" y="945"/>
                  </a:cubicBezTo>
                  <a:cubicBezTo>
                    <a:pt x="499" y="953"/>
                    <a:pt x="511" y="958"/>
                    <a:pt x="523" y="958"/>
                  </a:cubicBezTo>
                  <a:cubicBezTo>
                    <a:pt x="528" y="958"/>
                    <a:pt x="534" y="957"/>
                    <a:pt x="539" y="954"/>
                  </a:cubicBezTo>
                  <a:cubicBezTo>
                    <a:pt x="553" y="948"/>
                    <a:pt x="562" y="931"/>
                    <a:pt x="564" y="914"/>
                  </a:cubicBezTo>
                  <a:cubicBezTo>
                    <a:pt x="565" y="898"/>
                    <a:pt x="560" y="882"/>
                    <a:pt x="555" y="866"/>
                  </a:cubicBezTo>
                  <a:cubicBezTo>
                    <a:pt x="534" y="794"/>
                    <a:pt x="502" y="721"/>
                    <a:pt x="498" y="644"/>
                  </a:cubicBezTo>
                  <a:cubicBezTo>
                    <a:pt x="496" y="608"/>
                    <a:pt x="501" y="571"/>
                    <a:pt x="496" y="535"/>
                  </a:cubicBezTo>
                  <a:cubicBezTo>
                    <a:pt x="488" y="478"/>
                    <a:pt x="458" y="427"/>
                    <a:pt x="419" y="385"/>
                  </a:cubicBezTo>
                  <a:cubicBezTo>
                    <a:pt x="388" y="352"/>
                    <a:pt x="341" y="329"/>
                    <a:pt x="310" y="296"/>
                  </a:cubicBezTo>
                  <a:cubicBezTo>
                    <a:pt x="287" y="270"/>
                    <a:pt x="305" y="221"/>
                    <a:pt x="311" y="191"/>
                  </a:cubicBezTo>
                  <a:cubicBezTo>
                    <a:pt x="318" y="137"/>
                    <a:pt x="325" y="77"/>
                    <a:pt x="289" y="37"/>
                  </a:cubicBezTo>
                  <a:cubicBezTo>
                    <a:pt x="266" y="11"/>
                    <a:pt x="232" y="1"/>
                    <a:pt x="198" y="1"/>
                  </a:cubicBezTo>
                  <a:close/>
                </a:path>
              </a:pathLst>
            </a:custGeom>
            <a:solidFill>
              <a:srgbClr val="F9B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5"/>
            <p:cNvSpPr/>
            <p:nvPr/>
          </p:nvSpPr>
          <p:spPr>
            <a:xfrm>
              <a:off x="5021180" y="3766847"/>
              <a:ext cx="96669" cy="106796"/>
            </a:xfrm>
            <a:custGeom>
              <a:avLst/>
              <a:gdLst/>
              <a:ahLst/>
              <a:cxnLst/>
              <a:rect l="l" t="t" r="r" b="b"/>
              <a:pathLst>
                <a:path w="1355" h="1497" extrusionOk="0">
                  <a:moveTo>
                    <a:pt x="1091" y="1"/>
                  </a:moveTo>
                  <a:cubicBezTo>
                    <a:pt x="976" y="1"/>
                    <a:pt x="464" y="40"/>
                    <a:pt x="219" y="712"/>
                  </a:cubicBezTo>
                  <a:cubicBezTo>
                    <a:pt x="1" y="1309"/>
                    <a:pt x="30" y="1334"/>
                    <a:pt x="36" y="1334"/>
                  </a:cubicBezTo>
                  <a:cubicBezTo>
                    <a:pt x="37" y="1334"/>
                    <a:pt x="37" y="1334"/>
                    <a:pt x="37" y="1334"/>
                  </a:cubicBezTo>
                  <a:lnTo>
                    <a:pt x="650" y="1496"/>
                  </a:lnTo>
                  <a:cubicBezTo>
                    <a:pt x="649" y="1494"/>
                    <a:pt x="1354" y="465"/>
                    <a:pt x="1115" y="1"/>
                  </a:cubicBezTo>
                  <a:cubicBezTo>
                    <a:pt x="1115" y="1"/>
                    <a:pt x="1106" y="1"/>
                    <a:pt x="1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5"/>
            <p:cNvSpPr/>
            <p:nvPr/>
          </p:nvSpPr>
          <p:spPr>
            <a:xfrm>
              <a:off x="5071619" y="3952902"/>
              <a:ext cx="172221" cy="164867"/>
            </a:xfrm>
            <a:custGeom>
              <a:avLst/>
              <a:gdLst/>
              <a:ahLst/>
              <a:cxnLst/>
              <a:rect l="l" t="t" r="r" b="b"/>
              <a:pathLst>
                <a:path w="2414" h="2311" extrusionOk="0">
                  <a:moveTo>
                    <a:pt x="72" y="1"/>
                  </a:moveTo>
                  <a:lnTo>
                    <a:pt x="0" y="2311"/>
                  </a:lnTo>
                  <a:lnTo>
                    <a:pt x="2414" y="544"/>
                  </a:lnTo>
                  <a:lnTo>
                    <a:pt x="2365" y="181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5"/>
            <p:cNvSpPr/>
            <p:nvPr/>
          </p:nvSpPr>
          <p:spPr>
            <a:xfrm>
              <a:off x="5206528" y="4407694"/>
              <a:ext cx="60284" cy="51650"/>
            </a:xfrm>
            <a:custGeom>
              <a:avLst/>
              <a:gdLst/>
              <a:ahLst/>
              <a:cxnLst/>
              <a:rect l="l" t="t" r="r" b="b"/>
              <a:pathLst>
                <a:path w="845" h="724" extrusionOk="0">
                  <a:moveTo>
                    <a:pt x="44" y="0"/>
                  </a:moveTo>
                  <a:lnTo>
                    <a:pt x="44" y="0"/>
                  </a:lnTo>
                  <a:cubicBezTo>
                    <a:pt x="44" y="0"/>
                    <a:pt x="0" y="259"/>
                    <a:pt x="83" y="331"/>
                  </a:cubicBezTo>
                  <a:cubicBezTo>
                    <a:pt x="165" y="400"/>
                    <a:pt x="234" y="389"/>
                    <a:pt x="293" y="495"/>
                  </a:cubicBezTo>
                  <a:cubicBezTo>
                    <a:pt x="344" y="584"/>
                    <a:pt x="482" y="723"/>
                    <a:pt x="615" y="723"/>
                  </a:cubicBezTo>
                  <a:cubicBezTo>
                    <a:pt x="641" y="723"/>
                    <a:pt x="666" y="718"/>
                    <a:pt x="691" y="706"/>
                  </a:cubicBezTo>
                  <a:cubicBezTo>
                    <a:pt x="844" y="634"/>
                    <a:pt x="763" y="474"/>
                    <a:pt x="654" y="323"/>
                  </a:cubicBezTo>
                  <a:cubicBezTo>
                    <a:pt x="545" y="171"/>
                    <a:pt x="452" y="58"/>
                    <a:pt x="452" y="58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FCB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5"/>
            <p:cNvSpPr/>
            <p:nvPr/>
          </p:nvSpPr>
          <p:spPr>
            <a:xfrm>
              <a:off x="5137112" y="3986574"/>
              <a:ext cx="127632" cy="432106"/>
            </a:xfrm>
            <a:custGeom>
              <a:avLst/>
              <a:gdLst/>
              <a:ahLst/>
              <a:cxnLst/>
              <a:rect l="l" t="t" r="r" b="b"/>
              <a:pathLst>
                <a:path w="1789" h="6057" extrusionOk="0">
                  <a:moveTo>
                    <a:pt x="1491" y="1"/>
                  </a:moveTo>
                  <a:cubicBezTo>
                    <a:pt x="1491" y="1"/>
                    <a:pt x="283" y="901"/>
                    <a:pt x="46" y="1003"/>
                  </a:cubicBezTo>
                  <a:lnTo>
                    <a:pt x="46" y="1003"/>
                  </a:lnTo>
                  <a:cubicBezTo>
                    <a:pt x="39" y="988"/>
                    <a:pt x="32" y="976"/>
                    <a:pt x="26" y="968"/>
                  </a:cubicBezTo>
                  <a:cubicBezTo>
                    <a:pt x="3" y="998"/>
                    <a:pt x="0" y="1012"/>
                    <a:pt x="14" y="1012"/>
                  </a:cubicBezTo>
                  <a:cubicBezTo>
                    <a:pt x="21" y="1012"/>
                    <a:pt x="32" y="1009"/>
                    <a:pt x="46" y="1003"/>
                  </a:cubicBezTo>
                  <a:lnTo>
                    <a:pt x="46" y="1003"/>
                  </a:lnTo>
                  <a:cubicBezTo>
                    <a:pt x="289" y="1519"/>
                    <a:pt x="990" y="5971"/>
                    <a:pt x="990" y="5971"/>
                  </a:cubicBezTo>
                  <a:cubicBezTo>
                    <a:pt x="1064" y="6035"/>
                    <a:pt x="1151" y="6057"/>
                    <a:pt x="1234" y="6057"/>
                  </a:cubicBezTo>
                  <a:cubicBezTo>
                    <a:pt x="1399" y="6057"/>
                    <a:pt x="1548" y="5971"/>
                    <a:pt x="1548" y="5971"/>
                  </a:cubicBezTo>
                  <a:cubicBezTo>
                    <a:pt x="1788" y="3569"/>
                    <a:pt x="1491" y="1"/>
                    <a:pt x="1491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5"/>
            <p:cNvSpPr/>
            <p:nvPr/>
          </p:nvSpPr>
          <p:spPr>
            <a:xfrm>
              <a:off x="5209739" y="3989571"/>
              <a:ext cx="41949" cy="430109"/>
            </a:xfrm>
            <a:custGeom>
              <a:avLst/>
              <a:gdLst/>
              <a:ahLst/>
              <a:cxnLst/>
              <a:rect l="l" t="t" r="r" b="b"/>
              <a:pathLst>
                <a:path w="588" h="6029" extrusionOk="0">
                  <a:moveTo>
                    <a:pt x="43" y="1"/>
                  </a:moveTo>
                  <a:cubicBezTo>
                    <a:pt x="23" y="1"/>
                    <a:pt x="0" y="18"/>
                    <a:pt x="3" y="45"/>
                  </a:cubicBezTo>
                  <a:cubicBezTo>
                    <a:pt x="277" y="1986"/>
                    <a:pt x="517" y="4036"/>
                    <a:pt x="320" y="5995"/>
                  </a:cubicBezTo>
                  <a:cubicBezTo>
                    <a:pt x="318" y="6017"/>
                    <a:pt x="334" y="6028"/>
                    <a:pt x="351" y="6028"/>
                  </a:cubicBezTo>
                  <a:cubicBezTo>
                    <a:pt x="369" y="6028"/>
                    <a:pt x="387" y="6017"/>
                    <a:pt x="390" y="5995"/>
                  </a:cubicBezTo>
                  <a:cubicBezTo>
                    <a:pt x="588" y="4031"/>
                    <a:pt x="345" y="1974"/>
                    <a:pt x="71" y="26"/>
                  </a:cubicBezTo>
                  <a:cubicBezTo>
                    <a:pt x="68" y="8"/>
                    <a:pt x="56" y="1"/>
                    <a:pt x="43" y="1"/>
                  </a:cubicBezTo>
                  <a:close/>
                </a:path>
              </a:pathLst>
            </a:custGeom>
            <a:solidFill>
              <a:srgbClr val="3C3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5"/>
            <p:cNvSpPr/>
            <p:nvPr/>
          </p:nvSpPr>
          <p:spPr>
            <a:xfrm>
              <a:off x="5052428" y="4413116"/>
              <a:ext cx="60284" cy="51650"/>
            </a:xfrm>
            <a:custGeom>
              <a:avLst/>
              <a:gdLst/>
              <a:ahLst/>
              <a:cxnLst/>
              <a:rect l="l" t="t" r="r" b="b"/>
              <a:pathLst>
                <a:path w="845" h="724" extrusionOk="0">
                  <a:moveTo>
                    <a:pt x="801" y="1"/>
                  </a:moveTo>
                  <a:lnTo>
                    <a:pt x="393" y="59"/>
                  </a:lnTo>
                  <a:cubicBezTo>
                    <a:pt x="393" y="59"/>
                    <a:pt x="300" y="172"/>
                    <a:pt x="192" y="323"/>
                  </a:cubicBezTo>
                  <a:cubicBezTo>
                    <a:pt x="83" y="475"/>
                    <a:pt x="1" y="634"/>
                    <a:pt x="154" y="707"/>
                  </a:cubicBezTo>
                  <a:cubicBezTo>
                    <a:pt x="179" y="719"/>
                    <a:pt x="204" y="724"/>
                    <a:pt x="230" y="724"/>
                  </a:cubicBezTo>
                  <a:cubicBezTo>
                    <a:pt x="363" y="724"/>
                    <a:pt x="501" y="583"/>
                    <a:pt x="552" y="496"/>
                  </a:cubicBezTo>
                  <a:cubicBezTo>
                    <a:pt x="611" y="390"/>
                    <a:pt x="680" y="401"/>
                    <a:pt x="762" y="331"/>
                  </a:cubicBezTo>
                  <a:cubicBezTo>
                    <a:pt x="845" y="260"/>
                    <a:pt x="801" y="1"/>
                    <a:pt x="801" y="1"/>
                  </a:cubicBezTo>
                  <a:close/>
                </a:path>
              </a:pathLst>
            </a:custGeom>
            <a:solidFill>
              <a:srgbClr val="FCB6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5"/>
            <p:cNvSpPr/>
            <p:nvPr/>
          </p:nvSpPr>
          <p:spPr>
            <a:xfrm>
              <a:off x="5054497" y="3976515"/>
              <a:ext cx="127560" cy="447658"/>
            </a:xfrm>
            <a:custGeom>
              <a:avLst/>
              <a:gdLst/>
              <a:ahLst/>
              <a:cxnLst/>
              <a:rect l="l" t="t" r="r" b="b"/>
              <a:pathLst>
                <a:path w="1788" h="6275" extrusionOk="0">
                  <a:moveTo>
                    <a:pt x="262" y="1"/>
                  </a:moveTo>
                  <a:cubicBezTo>
                    <a:pt x="262" y="1"/>
                    <a:pt x="1" y="3786"/>
                    <a:pt x="241" y="6188"/>
                  </a:cubicBezTo>
                  <a:cubicBezTo>
                    <a:pt x="241" y="6188"/>
                    <a:pt x="390" y="6275"/>
                    <a:pt x="555" y="6275"/>
                  </a:cubicBezTo>
                  <a:cubicBezTo>
                    <a:pt x="638" y="6275"/>
                    <a:pt x="725" y="6253"/>
                    <a:pt x="799" y="6188"/>
                  </a:cubicBezTo>
                  <a:cubicBezTo>
                    <a:pt x="799" y="6188"/>
                    <a:pt x="1509" y="1681"/>
                    <a:pt x="1748" y="1211"/>
                  </a:cubicBezTo>
                  <a:lnTo>
                    <a:pt x="1748" y="1211"/>
                  </a:lnTo>
                  <a:cubicBezTo>
                    <a:pt x="1763" y="1219"/>
                    <a:pt x="1773" y="1224"/>
                    <a:pt x="1779" y="1224"/>
                  </a:cubicBezTo>
                  <a:cubicBezTo>
                    <a:pt x="1788" y="1224"/>
                    <a:pt x="1783" y="1212"/>
                    <a:pt x="1763" y="1186"/>
                  </a:cubicBezTo>
                  <a:cubicBezTo>
                    <a:pt x="1759" y="1192"/>
                    <a:pt x="1753" y="1201"/>
                    <a:pt x="1748" y="1211"/>
                  </a:cubicBezTo>
                  <a:lnTo>
                    <a:pt x="1748" y="1211"/>
                  </a:lnTo>
                  <a:cubicBezTo>
                    <a:pt x="1521" y="1080"/>
                    <a:pt x="262" y="1"/>
                    <a:pt x="262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5"/>
            <p:cNvSpPr/>
            <p:nvPr/>
          </p:nvSpPr>
          <p:spPr>
            <a:xfrm>
              <a:off x="5067482" y="3995135"/>
              <a:ext cx="42021" cy="430109"/>
            </a:xfrm>
            <a:custGeom>
              <a:avLst/>
              <a:gdLst/>
              <a:ahLst/>
              <a:cxnLst/>
              <a:rect l="l" t="t" r="r" b="b"/>
              <a:pathLst>
                <a:path w="589" h="6029" extrusionOk="0">
                  <a:moveTo>
                    <a:pt x="546" y="0"/>
                  </a:moveTo>
                  <a:cubicBezTo>
                    <a:pt x="533" y="0"/>
                    <a:pt x="520" y="8"/>
                    <a:pt x="518" y="26"/>
                  </a:cubicBezTo>
                  <a:cubicBezTo>
                    <a:pt x="244" y="1973"/>
                    <a:pt x="0" y="4031"/>
                    <a:pt x="198" y="5995"/>
                  </a:cubicBezTo>
                  <a:cubicBezTo>
                    <a:pt x="200" y="6017"/>
                    <a:pt x="219" y="6028"/>
                    <a:pt x="236" y="6028"/>
                  </a:cubicBezTo>
                  <a:cubicBezTo>
                    <a:pt x="253" y="6028"/>
                    <a:pt x="269" y="6017"/>
                    <a:pt x="267" y="5995"/>
                  </a:cubicBezTo>
                  <a:cubicBezTo>
                    <a:pt x="70" y="4036"/>
                    <a:pt x="311" y="1985"/>
                    <a:pt x="585" y="44"/>
                  </a:cubicBezTo>
                  <a:cubicBezTo>
                    <a:pt x="589" y="18"/>
                    <a:pt x="566" y="0"/>
                    <a:pt x="546" y="0"/>
                  </a:cubicBezTo>
                  <a:close/>
                </a:path>
              </a:pathLst>
            </a:custGeom>
            <a:solidFill>
              <a:srgbClr val="3C3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5"/>
            <p:cNvSpPr/>
            <p:nvPr/>
          </p:nvSpPr>
          <p:spPr>
            <a:xfrm>
              <a:off x="5200749" y="3778190"/>
              <a:ext cx="166299" cy="97664"/>
            </a:xfrm>
            <a:custGeom>
              <a:avLst/>
              <a:gdLst/>
              <a:ahLst/>
              <a:cxnLst/>
              <a:rect l="l" t="t" r="r" b="b"/>
              <a:pathLst>
                <a:path w="2331" h="1369" extrusionOk="0">
                  <a:moveTo>
                    <a:pt x="315" y="1"/>
                  </a:moveTo>
                  <a:cubicBezTo>
                    <a:pt x="315" y="1"/>
                    <a:pt x="1" y="306"/>
                    <a:pt x="275" y="732"/>
                  </a:cubicBezTo>
                  <a:cubicBezTo>
                    <a:pt x="550" y="1159"/>
                    <a:pt x="1543" y="1368"/>
                    <a:pt x="1543" y="1368"/>
                  </a:cubicBezTo>
                  <a:cubicBezTo>
                    <a:pt x="1543" y="1368"/>
                    <a:pt x="2330" y="950"/>
                    <a:pt x="1761" y="881"/>
                  </a:cubicBezTo>
                  <a:cubicBezTo>
                    <a:pt x="1192" y="812"/>
                    <a:pt x="315" y="1"/>
                    <a:pt x="315" y="1"/>
                  </a:cubicBezTo>
                  <a:close/>
                </a:path>
              </a:pathLst>
            </a:custGeom>
            <a:solidFill>
              <a:srgbClr val="F9B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5"/>
            <p:cNvSpPr/>
            <p:nvPr/>
          </p:nvSpPr>
          <p:spPr>
            <a:xfrm>
              <a:off x="5173639" y="3763423"/>
              <a:ext cx="118928" cy="100661"/>
            </a:xfrm>
            <a:custGeom>
              <a:avLst/>
              <a:gdLst/>
              <a:ahLst/>
              <a:cxnLst/>
              <a:rect l="l" t="t" r="r" b="b"/>
              <a:pathLst>
                <a:path w="1667" h="1411" extrusionOk="0">
                  <a:moveTo>
                    <a:pt x="95" y="1"/>
                  </a:moveTo>
                  <a:cubicBezTo>
                    <a:pt x="91" y="1"/>
                    <a:pt x="1" y="6"/>
                    <a:pt x="70" y="472"/>
                  </a:cubicBezTo>
                  <a:cubicBezTo>
                    <a:pt x="158" y="1064"/>
                    <a:pt x="1151" y="1411"/>
                    <a:pt x="1151" y="1411"/>
                  </a:cubicBezTo>
                  <a:lnTo>
                    <a:pt x="1666" y="846"/>
                  </a:lnTo>
                  <a:lnTo>
                    <a:pt x="1666" y="846"/>
                  </a:lnTo>
                  <a:cubicBezTo>
                    <a:pt x="1666" y="846"/>
                    <a:pt x="1666" y="846"/>
                    <a:pt x="1666" y="846"/>
                  </a:cubicBezTo>
                  <a:cubicBezTo>
                    <a:pt x="1664" y="846"/>
                    <a:pt x="714" y="1"/>
                    <a:pt x="95" y="1"/>
                  </a:cubicBezTo>
                  <a:cubicBezTo>
                    <a:pt x="95" y="1"/>
                    <a:pt x="95" y="1"/>
                    <a:pt x="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5"/>
            <p:cNvSpPr/>
            <p:nvPr/>
          </p:nvSpPr>
          <p:spPr>
            <a:xfrm>
              <a:off x="5062416" y="3758429"/>
              <a:ext cx="182423" cy="233424"/>
            </a:xfrm>
            <a:custGeom>
              <a:avLst/>
              <a:gdLst/>
              <a:ahLst/>
              <a:cxnLst/>
              <a:rect l="l" t="t" r="r" b="b"/>
              <a:pathLst>
                <a:path w="2557" h="3272" extrusionOk="0">
                  <a:moveTo>
                    <a:pt x="1212" y="0"/>
                  </a:moveTo>
                  <a:cubicBezTo>
                    <a:pt x="1035" y="0"/>
                    <a:pt x="853" y="18"/>
                    <a:pt x="682" y="45"/>
                  </a:cubicBezTo>
                  <a:cubicBezTo>
                    <a:pt x="264" y="111"/>
                    <a:pt x="30" y="394"/>
                    <a:pt x="29" y="909"/>
                  </a:cubicBezTo>
                  <a:cubicBezTo>
                    <a:pt x="29" y="1246"/>
                    <a:pt x="1" y="2664"/>
                    <a:pt x="205" y="3064"/>
                  </a:cubicBezTo>
                  <a:cubicBezTo>
                    <a:pt x="205" y="3064"/>
                    <a:pt x="476" y="3272"/>
                    <a:pt x="1070" y="3272"/>
                  </a:cubicBezTo>
                  <a:cubicBezTo>
                    <a:pt x="1429" y="3272"/>
                    <a:pt x="1904" y="3196"/>
                    <a:pt x="2509" y="2954"/>
                  </a:cubicBezTo>
                  <a:cubicBezTo>
                    <a:pt x="2510" y="2953"/>
                    <a:pt x="2556" y="1622"/>
                    <a:pt x="2220" y="500"/>
                  </a:cubicBezTo>
                  <a:cubicBezTo>
                    <a:pt x="2106" y="120"/>
                    <a:pt x="1676" y="0"/>
                    <a:pt x="12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5"/>
            <p:cNvSpPr/>
            <p:nvPr/>
          </p:nvSpPr>
          <p:spPr>
            <a:xfrm>
              <a:off x="5271878" y="3835904"/>
              <a:ext cx="117430" cy="42733"/>
            </a:xfrm>
            <a:custGeom>
              <a:avLst/>
              <a:gdLst/>
              <a:ahLst/>
              <a:cxnLst/>
              <a:rect l="l" t="t" r="r" b="b"/>
              <a:pathLst>
                <a:path w="1646" h="599" extrusionOk="0">
                  <a:moveTo>
                    <a:pt x="437" y="1"/>
                  </a:moveTo>
                  <a:cubicBezTo>
                    <a:pt x="437" y="2"/>
                    <a:pt x="1" y="369"/>
                    <a:pt x="391" y="519"/>
                  </a:cubicBezTo>
                  <a:cubicBezTo>
                    <a:pt x="549" y="580"/>
                    <a:pt x="786" y="598"/>
                    <a:pt x="1011" y="598"/>
                  </a:cubicBezTo>
                  <a:cubicBezTo>
                    <a:pt x="1340" y="598"/>
                    <a:pt x="1645" y="559"/>
                    <a:pt x="1645" y="559"/>
                  </a:cubicBezTo>
                  <a:lnTo>
                    <a:pt x="1579" y="256"/>
                  </a:lnTo>
                  <a:lnTo>
                    <a:pt x="437" y="1"/>
                  </a:lnTo>
                  <a:close/>
                </a:path>
              </a:pathLst>
            </a:custGeom>
            <a:solidFill>
              <a:srgbClr val="F9B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5"/>
            <p:cNvSpPr/>
            <p:nvPr/>
          </p:nvSpPr>
          <p:spPr>
            <a:xfrm>
              <a:off x="5366478" y="3838187"/>
              <a:ext cx="85254" cy="55788"/>
            </a:xfrm>
            <a:custGeom>
              <a:avLst/>
              <a:gdLst/>
              <a:ahLst/>
              <a:cxnLst/>
              <a:rect l="l" t="t" r="r" b="b"/>
              <a:pathLst>
                <a:path w="1195" h="782" extrusionOk="0">
                  <a:moveTo>
                    <a:pt x="1092" y="1"/>
                  </a:moveTo>
                  <a:cubicBezTo>
                    <a:pt x="1055" y="1"/>
                    <a:pt x="1018" y="8"/>
                    <a:pt x="982" y="17"/>
                  </a:cubicBezTo>
                  <a:cubicBezTo>
                    <a:pt x="844" y="53"/>
                    <a:pt x="712" y="105"/>
                    <a:pt x="575" y="144"/>
                  </a:cubicBezTo>
                  <a:cubicBezTo>
                    <a:pt x="481" y="170"/>
                    <a:pt x="383" y="188"/>
                    <a:pt x="283" y="188"/>
                  </a:cubicBezTo>
                  <a:cubicBezTo>
                    <a:pt x="239" y="188"/>
                    <a:pt x="200" y="183"/>
                    <a:pt x="162" y="183"/>
                  </a:cubicBezTo>
                  <a:cubicBezTo>
                    <a:pt x="124" y="183"/>
                    <a:pt x="87" y="188"/>
                    <a:pt x="46" y="207"/>
                  </a:cubicBezTo>
                  <a:cubicBezTo>
                    <a:pt x="34" y="212"/>
                    <a:pt x="24" y="217"/>
                    <a:pt x="17" y="228"/>
                  </a:cubicBezTo>
                  <a:cubicBezTo>
                    <a:pt x="10" y="237"/>
                    <a:pt x="9" y="245"/>
                    <a:pt x="8" y="256"/>
                  </a:cubicBezTo>
                  <a:cubicBezTo>
                    <a:pt x="0" y="320"/>
                    <a:pt x="15" y="385"/>
                    <a:pt x="48" y="440"/>
                  </a:cubicBezTo>
                  <a:cubicBezTo>
                    <a:pt x="56" y="455"/>
                    <a:pt x="66" y="468"/>
                    <a:pt x="81" y="476"/>
                  </a:cubicBezTo>
                  <a:cubicBezTo>
                    <a:pt x="91" y="481"/>
                    <a:pt x="103" y="482"/>
                    <a:pt x="114" y="483"/>
                  </a:cubicBezTo>
                  <a:cubicBezTo>
                    <a:pt x="253" y="502"/>
                    <a:pt x="385" y="559"/>
                    <a:pt x="493" y="647"/>
                  </a:cubicBezTo>
                  <a:cubicBezTo>
                    <a:pt x="551" y="694"/>
                    <a:pt x="605" y="752"/>
                    <a:pt x="677" y="777"/>
                  </a:cubicBezTo>
                  <a:cubicBezTo>
                    <a:pt x="684" y="780"/>
                    <a:pt x="692" y="782"/>
                    <a:pt x="701" y="782"/>
                  </a:cubicBezTo>
                  <a:cubicBezTo>
                    <a:pt x="708" y="782"/>
                    <a:pt x="715" y="780"/>
                    <a:pt x="721" y="776"/>
                  </a:cubicBezTo>
                  <a:cubicBezTo>
                    <a:pt x="741" y="761"/>
                    <a:pt x="730" y="728"/>
                    <a:pt x="716" y="706"/>
                  </a:cubicBezTo>
                  <a:cubicBezTo>
                    <a:pt x="699" y="678"/>
                    <a:pt x="682" y="648"/>
                    <a:pt x="665" y="619"/>
                  </a:cubicBezTo>
                  <a:cubicBezTo>
                    <a:pt x="644" y="582"/>
                    <a:pt x="622" y="540"/>
                    <a:pt x="639" y="502"/>
                  </a:cubicBezTo>
                  <a:cubicBezTo>
                    <a:pt x="652" y="470"/>
                    <a:pt x="687" y="455"/>
                    <a:pt x="720" y="445"/>
                  </a:cubicBezTo>
                  <a:cubicBezTo>
                    <a:pt x="788" y="422"/>
                    <a:pt x="861" y="416"/>
                    <a:pt x="932" y="403"/>
                  </a:cubicBezTo>
                  <a:cubicBezTo>
                    <a:pt x="1004" y="389"/>
                    <a:pt x="1076" y="367"/>
                    <a:pt x="1130" y="318"/>
                  </a:cubicBezTo>
                  <a:cubicBezTo>
                    <a:pt x="1135" y="315"/>
                    <a:pt x="1140" y="310"/>
                    <a:pt x="1141" y="305"/>
                  </a:cubicBezTo>
                  <a:cubicBezTo>
                    <a:pt x="1144" y="295"/>
                    <a:pt x="1134" y="286"/>
                    <a:pt x="1125" y="282"/>
                  </a:cubicBezTo>
                  <a:cubicBezTo>
                    <a:pt x="1116" y="280"/>
                    <a:pt x="1105" y="281"/>
                    <a:pt x="1095" y="280"/>
                  </a:cubicBezTo>
                  <a:cubicBezTo>
                    <a:pt x="1072" y="279"/>
                    <a:pt x="1050" y="268"/>
                    <a:pt x="1033" y="251"/>
                  </a:cubicBezTo>
                  <a:cubicBezTo>
                    <a:pt x="1071" y="232"/>
                    <a:pt x="1107" y="212"/>
                    <a:pt x="1145" y="193"/>
                  </a:cubicBezTo>
                  <a:cubicBezTo>
                    <a:pt x="1159" y="185"/>
                    <a:pt x="1175" y="177"/>
                    <a:pt x="1183" y="165"/>
                  </a:cubicBezTo>
                  <a:cubicBezTo>
                    <a:pt x="1192" y="151"/>
                    <a:pt x="1194" y="131"/>
                    <a:pt x="1182" y="120"/>
                  </a:cubicBezTo>
                  <a:cubicBezTo>
                    <a:pt x="1169" y="105"/>
                    <a:pt x="1138" y="108"/>
                    <a:pt x="1135" y="88"/>
                  </a:cubicBezTo>
                  <a:cubicBezTo>
                    <a:pt x="1133" y="73"/>
                    <a:pt x="1151" y="63"/>
                    <a:pt x="1156" y="51"/>
                  </a:cubicBezTo>
                  <a:cubicBezTo>
                    <a:pt x="1162" y="36"/>
                    <a:pt x="1155" y="19"/>
                    <a:pt x="1143" y="11"/>
                  </a:cubicBezTo>
                  <a:cubicBezTo>
                    <a:pt x="1130" y="4"/>
                    <a:pt x="1115" y="1"/>
                    <a:pt x="1099" y="1"/>
                  </a:cubicBezTo>
                  <a:cubicBezTo>
                    <a:pt x="1097" y="1"/>
                    <a:pt x="1094" y="1"/>
                    <a:pt x="1092" y="1"/>
                  </a:cubicBezTo>
                  <a:close/>
                </a:path>
              </a:pathLst>
            </a:custGeom>
            <a:solidFill>
              <a:srgbClr val="F9B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5"/>
            <p:cNvSpPr/>
            <p:nvPr/>
          </p:nvSpPr>
          <p:spPr>
            <a:xfrm>
              <a:off x="5136256" y="3776264"/>
              <a:ext cx="28180" cy="203676"/>
            </a:xfrm>
            <a:custGeom>
              <a:avLst/>
              <a:gdLst/>
              <a:ahLst/>
              <a:cxnLst/>
              <a:rect l="l" t="t" r="r" b="b"/>
              <a:pathLst>
                <a:path w="395" h="2855" extrusionOk="0">
                  <a:moveTo>
                    <a:pt x="0" y="1"/>
                  </a:moveTo>
                  <a:cubicBezTo>
                    <a:pt x="0" y="1"/>
                    <a:pt x="15" y="1751"/>
                    <a:pt x="197" y="2842"/>
                  </a:cubicBezTo>
                  <a:lnTo>
                    <a:pt x="394" y="2854"/>
                  </a:lnTo>
                  <a:cubicBezTo>
                    <a:pt x="394" y="2854"/>
                    <a:pt x="119" y="1557"/>
                    <a:pt x="171" y="1"/>
                  </a:cubicBezTo>
                  <a:close/>
                </a:path>
              </a:pathLst>
            </a:custGeom>
            <a:solidFill>
              <a:srgbClr val="FB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5"/>
            <p:cNvSpPr/>
            <p:nvPr/>
          </p:nvSpPr>
          <p:spPr>
            <a:xfrm>
              <a:off x="5070906" y="3955970"/>
              <a:ext cx="174860" cy="36455"/>
            </a:xfrm>
            <a:custGeom>
              <a:avLst/>
              <a:gdLst/>
              <a:ahLst/>
              <a:cxnLst/>
              <a:rect l="l" t="t" r="r" b="b"/>
              <a:pathLst>
                <a:path w="2451" h="511" extrusionOk="0">
                  <a:moveTo>
                    <a:pt x="2386" y="0"/>
                  </a:moveTo>
                  <a:cubicBezTo>
                    <a:pt x="2386" y="0"/>
                    <a:pt x="1791" y="226"/>
                    <a:pt x="956" y="226"/>
                  </a:cubicBezTo>
                  <a:cubicBezTo>
                    <a:pt x="669" y="226"/>
                    <a:pt x="354" y="199"/>
                    <a:pt x="25" y="128"/>
                  </a:cubicBezTo>
                  <a:lnTo>
                    <a:pt x="1" y="413"/>
                  </a:lnTo>
                  <a:cubicBezTo>
                    <a:pt x="1" y="413"/>
                    <a:pt x="483" y="510"/>
                    <a:pt x="1073" y="510"/>
                  </a:cubicBezTo>
                  <a:cubicBezTo>
                    <a:pt x="1526" y="510"/>
                    <a:pt x="2042" y="453"/>
                    <a:pt x="2451" y="250"/>
                  </a:cubicBezTo>
                  <a:lnTo>
                    <a:pt x="2386" y="0"/>
                  </a:lnTo>
                  <a:close/>
                </a:path>
              </a:pathLst>
            </a:custGeom>
            <a:solidFill>
              <a:srgbClr val="3C36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5"/>
            <p:cNvSpPr/>
            <p:nvPr/>
          </p:nvSpPr>
          <p:spPr>
            <a:xfrm>
              <a:off x="5120489" y="3967384"/>
              <a:ext cx="15909" cy="29820"/>
            </a:xfrm>
            <a:custGeom>
              <a:avLst/>
              <a:gdLst/>
              <a:ahLst/>
              <a:cxnLst/>
              <a:rect l="l" t="t" r="r" b="b"/>
              <a:pathLst>
                <a:path w="223" h="418" extrusionOk="0">
                  <a:moveTo>
                    <a:pt x="57" y="0"/>
                  </a:moveTo>
                  <a:lnTo>
                    <a:pt x="1" y="418"/>
                  </a:lnTo>
                  <a:lnTo>
                    <a:pt x="223" y="418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5"/>
            <p:cNvSpPr/>
            <p:nvPr/>
          </p:nvSpPr>
          <p:spPr>
            <a:xfrm>
              <a:off x="5191261" y="3961677"/>
              <a:ext cx="18834" cy="31960"/>
            </a:xfrm>
            <a:custGeom>
              <a:avLst/>
              <a:gdLst/>
              <a:ahLst/>
              <a:cxnLst/>
              <a:rect l="l" t="t" r="r" b="b"/>
              <a:pathLst>
                <a:path w="264" h="448" extrusionOk="0">
                  <a:moveTo>
                    <a:pt x="97" y="0"/>
                  </a:moveTo>
                  <a:lnTo>
                    <a:pt x="1" y="32"/>
                  </a:lnTo>
                  <a:lnTo>
                    <a:pt x="64" y="447"/>
                  </a:lnTo>
                  <a:lnTo>
                    <a:pt x="263" y="383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5"/>
            <p:cNvSpPr/>
            <p:nvPr/>
          </p:nvSpPr>
          <p:spPr>
            <a:xfrm>
              <a:off x="5138610" y="3793457"/>
              <a:ext cx="6564" cy="6349"/>
            </a:xfrm>
            <a:custGeom>
              <a:avLst/>
              <a:gdLst/>
              <a:ahLst/>
              <a:cxnLst/>
              <a:rect l="l" t="t" r="r" b="b"/>
              <a:pathLst>
                <a:path w="92" h="89" extrusionOk="0">
                  <a:moveTo>
                    <a:pt x="46" y="0"/>
                  </a:moveTo>
                  <a:cubicBezTo>
                    <a:pt x="21" y="0"/>
                    <a:pt x="1" y="20"/>
                    <a:pt x="1" y="45"/>
                  </a:cubicBezTo>
                  <a:cubicBezTo>
                    <a:pt x="1" y="69"/>
                    <a:pt x="21" y="89"/>
                    <a:pt x="46" y="89"/>
                  </a:cubicBezTo>
                  <a:cubicBezTo>
                    <a:pt x="71" y="89"/>
                    <a:pt x="92" y="69"/>
                    <a:pt x="92" y="45"/>
                  </a:cubicBezTo>
                  <a:cubicBezTo>
                    <a:pt x="92" y="20"/>
                    <a:pt x="71" y="0"/>
                    <a:pt x="46" y="0"/>
                  </a:cubicBezTo>
                  <a:close/>
                </a:path>
              </a:pathLst>
            </a:custGeom>
            <a:solidFill>
              <a:srgbClr val="504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5"/>
            <p:cNvSpPr/>
            <p:nvPr/>
          </p:nvSpPr>
          <p:spPr>
            <a:xfrm>
              <a:off x="5138610" y="3823277"/>
              <a:ext cx="6564" cy="6349"/>
            </a:xfrm>
            <a:custGeom>
              <a:avLst/>
              <a:gdLst/>
              <a:ahLst/>
              <a:cxnLst/>
              <a:rect l="l" t="t" r="r" b="b"/>
              <a:pathLst>
                <a:path w="92" h="89" extrusionOk="0">
                  <a:moveTo>
                    <a:pt x="46" y="0"/>
                  </a:moveTo>
                  <a:cubicBezTo>
                    <a:pt x="21" y="0"/>
                    <a:pt x="1" y="20"/>
                    <a:pt x="1" y="44"/>
                  </a:cubicBezTo>
                  <a:cubicBezTo>
                    <a:pt x="1" y="68"/>
                    <a:pt x="21" y="88"/>
                    <a:pt x="46" y="88"/>
                  </a:cubicBezTo>
                  <a:cubicBezTo>
                    <a:pt x="71" y="88"/>
                    <a:pt x="92" y="68"/>
                    <a:pt x="92" y="44"/>
                  </a:cubicBezTo>
                  <a:cubicBezTo>
                    <a:pt x="92" y="20"/>
                    <a:pt x="71" y="0"/>
                    <a:pt x="46" y="0"/>
                  </a:cubicBezTo>
                  <a:close/>
                </a:path>
              </a:pathLst>
            </a:custGeom>
            <a:solidFill>
              <a:srgbClr val="504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5"/>
            <p:cNvSpPr/>
            <p:nvPr/>
          </p:nvSpPr>
          <p:spPr>
            <a:xfrm>
              <a:off x="5140251" y="3854025"/>
              <a:ext cx="6492" cy="6349"/>
            </a:xfrm>
            <a:custGeom>
              <a:avLst/>
              <a:gdLst/>
              <a:ahLst/>
              <a:cxnLst/>
              <a:rect l="l" t="t" r="r" b="b"/>
              <a:pathLst>
                <a:path w="91" h="89" extrusionOk="0">
                  <a:moveTo>
                    <a:pt x="45" y="1"/>
                  </a:moveTo>
                  <a:cubicBezTo>
                    <a:pt x="20" y="1"/>
                    <a:pt x="0" y="20"/>
                    <a:pt x="0" y="44"/>
                  </a:cubicBezTo>
                  <a:cubicBezTo>
                    <a:pt x="0" y="69"/>
                    <a:pt x="20" y="89"/>
                    <a:pt x="45" y="89"/>
                  </a:cubicBezTo>
                  <a:cubicBezTo>
                    <a:pt x="70" y="89"/>
                    <a:pt x="91" y="69"/>
                    <a:pt x="91" y="44"/>
                  </a:cubicBezTo>
                  <a:cubicBezTo>
                    <a:pt x="91" y="20"/>
                    <a:pt x="70" y="1"/>
                    <a:pt x="45" y="1"/>
                  </a:cubicBezTo>
                  <a:close/>
                </a:path>
              </a:pathLst>
            </a:custGeom>
            <a:solidFill>
              <a:srgbClr val="504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5"/>
            <p:cNvSpPr/>
            <p:nvPr/>
          </p:nvSpPr>
          <p:spPr>
            <a:xfrm>
              <a:off x="5143461" y="3890123"/>
              <a:ext cx="6564" cy="6349"/>
            </a:xfrm>
            <a:custGeom>
              <a:avLst/>
              <a:gdLst/>
              <a:ahLst/>
              <a:cxnLst/>
              <a:rect l="l" t="t" r="r" b="b"/>
              <a:pathLst>
                <a:path w="92" h="89" extrusionOk="0">
                  <a:moveTo>
                    <a:pt x="46" y="1"/>
                  </a:moveTo>
                  <a:cubicBezTo>
                    <a:pt x="21" y="1"/>
                    <a:pt x="0" y="21"/>
                    <a:pt x="0" y="45"/>
                  </a:cubicBezTo>
                  <a:cubicBezTo>
                    <a:pt x="0" y="69"/>
                    <a:pt x="21" y="89"/>
                    <a:pt x="46" y="89"/>
                  </a:cubicBezTo>
                  <a:cubicBezTo>
                    <a:pt x="71" y="89"/>
                    <a:pt x="91" y="69"/>
                    <a:pt x="91" y="45"/>
                  </a:cubicBezTo>
                  <a:cubicBezTo>
                    <a:pt x="91" y="21"/>
                    <a:pt x="71" y="1"/>
                    <a:pt x="46" y="1"/>
                  </a:cubicBezTo>
                  <a:close/>
                </a:path>
              </a:pathLst>
            </a:custGeom>
            <a:solidFill>
              <a:srgbClr val="504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5"/>
            <p:cNvSpPr/>
            <p:nvPr/>
          </p:nvSpPr>
          <p:spPr>
            <a:xfrm>
              <a:off x="5146529" y="3931357"/>
              <a:ext cx="6135" cy="6349"/>
            </a:xfrm>
            <a:custGeom>
              <a:avLst/>
              <a:gdLst/>
              <a:ahLst/>
              <a:cxnLst/>
              <a:rect l="l" t="t" r="r" b="b"/>
              <a:pathLst>
                <a:path w="86" h="89" extrusionOk="0">
                  <a:moveTo>
                    <a:pt x="43" y="0"/>
                  </a:moveTo>
                  <a:cubicBezTo>
                    <a:pt x="19" y="0"/>
                    <a:pt x="1" y="20"/>
                    <a:pt x="1" y="44"/>
                  </a:cubicBezTo>
                  <a:cubicBezTo>
                    <a:pt x="1" y="69"/>
                    <a:pt x="19" y="88"/>
                    <a:pt x="43" y="88"/>
                  </a:cubicBezTo>
                  <a:cubicBezTo>
                    <a:pt x="67" y="88"/>
                    <a:pt x="86" y="69"/>
                    <a:pt x="86" y="44"/>
                  </a:cubicBezTo>
                  <a:cubicBezTo>
                    <a:pt x="86" y="20"/>
                    <a:pt x="67" y="0"/>
                    <a:pt x="43" y="0"/>
                  </a:cubicBezTo>
                  <a:close/>
                </a:path>
              </a:pathLst>
            </a:custGeom>
            <a:solidFill>
              <a:srgbClr val="504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5"/>
            <p:cNvSpPr/>
            <p:nvPr/>
          </p:nvSpPr>
          <p:spPr>
            <a:xfrm>
              <a:off x="5079182" y="3836974"/>
              <a:ext cx="41022" cy="40592"/>
            </a:xfrm>
            <a:custGeom>
              <a:avLst/>
              <a:gdLst/>
              <a:ahLst/>
              <a:cxnLst/>
              <a:rect l="l" t="t" r="r" b="b"/>
              <a:pathLst>
                <a:path w="575" h="569" extrusionOk="0">
                  <a:moveTo>
                    <a:pt x="522" y="44"/>
                  </a:moveTo>
                  <a:cubicBezTo>
                    <a:pt x="530" y="197"/>
                    <a:pt x="519" y="472"/>
                    <a:pt x="354" y="516"/>
                  </a:cubicBezTo>
                  <a:cubicBezTo>
                    <a:pt x="334" y="522"/>
                    <a:pt x="315" y="525"/>
                    <a:pt x="297" y="525"/>
                  </a:cubicBezTo>
                  <a:cubicBezTo>
                    <a:pt x="166" y="525"/>
                    <a:pt x="83" y="388"/>
                    <a:pt x="76" y="257"/>
                  </a:cubicBezTo>
                  <a:cubicBezTo>
                    <a:pt x="72" y="187"/>
                    <a:pt x="81" y="112"/>
                    <a:pt x="98" y="44"/>
                  </a:cubicBezTo>
                  <a:close/>
                  <a:moveTo>
                    <a:pt x="80" y="0"/>
                  </a:moveTo>
                  <a:cubicBezTo>
                    <a:pt x="73" y="0"/>
                    <a:pt x="68" y="4"/>
                    <a:pt x="65" y="9"/>
                  </a:cubicBezTo>
                  <a:lnTo>
                    <a:pt x="65" y="9"/>
                  </a:lnTo>
                  <a:cubicBezTo>
                    <a:pt x="63" y="11"/>
                    <a:pt x="62" y="14"/>
                    <a:pt x="61" y="17"/>
                  </a:cubicBezTo>
                  <a:cubicBezTo>
                    <a:pt x="0" y="227"/>
                    <a:pt x="29" y="569"/>
                    <a:pt x="298" y="569"/>
                  </a:cubicBezTo>
                  <a:cubicBezTo>
                    <a:pt x="307" y="569"/>
                    <a:pt x="317" y="568"/>
                    <a:pt x="327" y="567"/>
                  </a:cubicBezTo>
                  <a:cubicBezTo>
                    <a:pt x="557" y="550"/>
                    <a:pt x="574" y="200"/>
                    <a:pt x="563" y="22"/>
                  </a:cubicBezTo>
                  <a:cubicBezTo>
                    <a:pt x="562" y="11"/>
                    <a:pt x="554" y="0"/>
                    <a:pt x="541" y="0"/>
                  </a:cubicBezTo>
                  <a:lnTo>
                    <a:pt x="82" y="0"/>
                  </a:lnTo>
                  <a:cubicBezTo>
                    <a:pt x="81" y="0"/>
                    <a:pt x="81" y="0"/>
                    <a:pt x="80" y="0"/>
                  </a:cubicBez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5"/>
            <p:cNvSpPr/>
            <p:nvPr/>
          </p:nvSpPr>
          <p:spPr>
            <a:xfrm>
              <a:off x="5169501" y="3830483"/>
              <a:ext cx="43662" cy="44088"/>
            </a:xfrm>
            <a:custGeom>
              <a:avLst/>
              <a:gdLst/>
              <a:ahLst/>
              <a:cxnLst/>
              <a:rect l="l" t="t" r="r" b="b"/>
              <a:pathLst>
                <a:path w="612" h="618" extrusionOk="0">
                  <a:moveTo>
                    <a:pt x="31" y="96"/>
                  </a:moveTo>
                  <a:cubicBezTo>
                    <a:pt x="32" y="96"/>
                    <a:pt x="35" y="97"/>
                    <a:pt x="38" y="98"/>
                  </a:cubicBezTo>
                  <a:cubicBezTo>
                    <a:pt x="40" y="99"/>
                    <a:pt x="42" y="100"/>
                    <a:pt x="44" y="100"/>
                  </a:cubicBezTo>
                  <a:cubicBezTo>
                    <a:pt x="45" y="100"/>
                    <a:pt x="45" y="100"/>
                    <a:pt x="45" y="100"/>
                  </a:cubicBezTo>
                  <a:lnTo>
                    <a:pt x="45" y="100"/>
                  </a:lnTo>
                  <a:cubicBezTo>
                    <a:pt x="44" y="106"/>
                    <a:pt x="41" y="109"/>
                    <a:pt x="38" y="109"/>
                  </a:cubicBezTo>
                  <a:cubicBezTo>
                    <a:pt x="31" y="109"/>
                    <a:pt x="23" y="96"/>
                    <a:pt x="31" y="96"/>
                  </a:cubicBezTo>
                  <a:close/>
                  <a:moveTo>
                    <a:pt x="484" y="48"/>
                  </a:moveTo>
                  <a:cubicBezTo>
                    <a:pt x="517" y="165"/>
                    <a:pt x="536" y="305"/>
                    <a:pt x="502" y="420"/>
                  </a:cubicBezTo>
                  <a:cubicBezTo>
                    <a:pt x="475" y="512"/>
                    <a:pt x="396" y="574"/>
                    <a:pt x="307" y="574"/>
                  </a:cubicBezTo>
                  <a:cubicBezTo>
                    <a:pt x="287" y="574"/>
                    <a:pt x="266" y="571"/>
                    <a:pt x="245" y="564"/>
                  </a:cubicBezTo>
                  <a:cubicBezTo>
                    <a:pt x="149" y="533"/>
                    <a:pt x="105" y="428"/>
                    <a:pt x="79" y="337"/>
                  </a:cubicBezTo>
                  <a:cubicBezTo>
                    <a:pt x="59" y="264"/>
                    <a:pt x="61" y="191"/>
                    <a:pt x="46" y="118"/>
                  </a:cubicBezTo>
                  <a:cubicBezTo>
                    <a:pt x="45" y="112"/>
                    <a:pt x="45" y="106"/>
                    <a:pt x="45" y="100"/>
                  </a:cubicBezTo>
                  <a:lnTo>
                    <a:pt x="45" y="100"/>
                  </a:lnTo>
                  <a:cubicBezTo>
                    <a:pt x="56" y="99"/>
                    <a:pt x="72" y="94"/>
                    <a:pt x="79" y="94"/>
                  </a:cubicBezTo>
                  <a:cubicBezTo>
                    <a:pt x="214" y="79"/>
                    <a:pt x="349" y="63"/>
                    <a:pt x="484" y="48"/>
                  </a:cubicBezTo>
                  <a:close/>
                  <a:moveTo>
                    <a:pt x="502" y="1"/>
                  </a:moveTo>
                  <a:cubicBezTo>
                    <a:pt x="502" y="1"/>
                    <a:pt x="501" y="1"/>
                    <a:pt x="500" y="1"/>
                  </a:cubicBezTo>
                  <a:cubicBezTo>
                    <a:pt x="342" y="20"/>
                    <a:pt x="182" y="37"/>
                    <a:pt x="24" y="56"/>
                  </a:cubicBezTo>
                  <a:cubicBezTo>
                    <a:pt x="12" y="57"/>
                    <a:pt x="2" y="65"/>
                    <a:pt x="2" y="78"/>
                  </a:cubicBezTo>
                  <a:cubicBezTo>
                    <a:pt x="0" y="280"/>
                    <a:pt x="62" y="618"/>
                    <a:pt x="305" y="618"/>
                  </a:cubicBezTo>
                  <a:cubicBezTo>
                    <a:pt x="315" y="618"/>
                    <a:pt x="327" y="617"/>
                    <a:pt x="338" y="616"/>
                  </a:cubicBezTo>
                  <a:cubicBezTo>
                    <a:pt x="612" y="582"/>
                    <a:pt x="582" y="218"/>
                    <a:pt x="520" y="19"/>
                  </a:cubicBezTo>
                  <a:cubicBezTo>
                    <a:pt x="520" y="17"/>
                    <a:pt x="520" y="16"/>
                    <a:pt x="519" y="15"/>
                  </a:cubicBezTo>
                  <a:lnTo>
                    <a:pt x="519" y="15"/>
                  </a:lnTo>
                  <a:cubicBezTo>
                    <a:pt x="517" y="7"/>
                    <a:pt x="512" y="1"/>
                    <a:pt x="502" y="1"/>
                  </a:cubicBez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5"/>
            <p:cNvSpPr/>
            <p:nvPr/>
          </p:nvSpPr>
          <p:spPr>
            <a:xfrm>
              <a:off x="5106577" y="3717123"/>
              <a:ext cx="69702" cy="74122"/>
            </a:xfrm>
            <a:custGeom>
              <a:avLst/>
              <a:gdLst/>
              <a:ahLst/>
              <a:cxnLst/>
              <a:rect l="l" t="t" r="r" b="b"/>
              <a:pathLst>
                <a:path w="977" h="1039" extrusionOk="0">
                  <a:moveTo>
                    <a:pt x="104" y="0"/>
                  </a:moveTo>
                  <a:lnTo>
                    <a:pt x="104" y="0"/>
                  </a:lnTo>
                  <a:cubicBezTo>
                    <a:pt x="104" y="1"/>
                    <a:pt x="303" y="413"/>
                    <a:pt x="81" y="766"/>
                  </a:cubicBezTo>
                  <a:cubicBezTo>
                    <a:pt x="0" y="894"/>
                    <a:pt x="181" y="1038"/>
                    <a:pt x="502" y="1038"/>
                  </a:cubicBezTo>
                  <a:cubicBezTo>
                    <a:pt x="576" y="1038"/>
                    <a:pt x="658" y="1031"/>
                    <a:pt x="745" y="1013"/>
                  </a:cubicBezTo>
                  <a:cubicBezTo>
                    <a:pt x="854" y="993"/>
                    <a:pt x="976" y="895"/>
                    <a:pt x="908" y="815"/>
                  </a:cubicBezTo>
                  <a:cubicBezTo>
                    <a:pt x="809" y="700"/>
                    <a:pt x="737" y="578"/>
                    <a:pt x="734" y="464"/>
                  </a:cubicBezTo>
                  <a:cubicBezTo>
                    <a:pt x="732" y="359"/>
                    <a:pt x="670" y="250"/>
                    <a:pt x="706" y="195"/>
                  </a:cubicBezTo>
                  <a:cubicBezTo>
                    <a:pt x="742" y="143"/>
                    <a:pt x="104" y="1"/>
                    <a:pt x="104" y="0"/>
                  </a:cubicBezTo>
                  <a:close/>
                </a:path>
              </a:pathLst>
            </a:custGeom>
            <a:solidFill>
              <a:srgbClr val="F9B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5"/>
            <p:cNvSpPr/>
            <p:nvPr/>
          </p:nvSpPr>
          <p:spPr>
            <a:xfrm>
              <a:off x="5110358" y="3716410"/>
              <a:ext cx="51295" cy="44588"/>
            </a:xfrm>
            <a:custGeom>
              <a:avLst/>
              <a:gdLst/>
              <a:ahLst/>
              <a:cxnLst/>
              <a:rect l="l" t="t" r="r" b="b"/>
              <a:pathLst>
                <a:path w="719" h="625" extrusionOk="0">
                  <a:moveTo>
                    <a:pt x="1" y="0"/>
                  </a:moveTo>
                  <a:cubicBezTo>
                    <a:pt x="1" y="0"/>
                    <a:pt x="105" y="111"/>
                    <a:pt x="122" y="277"/>
                  </a:cubicBezTo>
                  <a:cubicBezTo>
                    <a:pt x="324" y="462"/>
                    <a:pt x="546" y="556"/>
                    <a:pt x="718" y="624"/>
                  </a:cubicBezTo>
                  <a:cubicBezTo>
                    <a:pt x="697" y="578"/>
                    <a:pt x="682" y="516"/>
                    <a:pt x="681" y="475"/>
                  </a:cubicBezTo>
                  <a:cubicBezTo>
                    <a:pt x="680" y="370"/>
                    <a:pt x="617" y="261"/>
                    <a:pt x="653" y="207"/>
                  </a:cubicBezTo>
                  <a:cubicBezTo>
                    <a:pt x="687" y="15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DA80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5"/>
            <p:cNvSpPr/>
            <p:nvPr/>
          </p:nvSpPr>
          <p:spPr>
            <a:xfrm>
              <a:off x="5098516" y="3648494"/>
              <a:ext cx="98096" cy="103158"/>
            </a:xfrm>
            <a:custGeom>
              <a:avLst/>
              <a:gdLst/>
              <a:ahLst/>
              <a:cxnLst/>
              <a:rect l="l" t="t" r="r" b="b"/>
              <a:pathLst>
                <a:path w="1375" h="1446" extrusionOk="0">
                  <a:moveTo>
                    <a:pt x="611" y="0"/>
                  </a:moveTo>
                  <a:cubicBezTo>
                    <a:pt x="394" y="0"/>
                    <a:pt x="184" y="144"/>
                    <a:pt x="141" y="252"/>
                  </a:cubicBezTo>
                  <a:cubicBezTo>
                    <a:pt x="1" y="586"/>
                    <a:pt x="85" y="895"/>
                    <a:pt x="119" y="948"/>
                  </a:cubicBezTo>
                  <a:cubicBezTo>
                    <a:pt x="313" y="1255"/>
                    <a:pt x="671" y="1445"/>
                    <a:pt x="906" y="1445"/>
                  </a:cubicBezTo>
                  <a:cubicBezTo>
                    <a:pt x="988" y="1445"/>
                    <a:pt x="1055" y="1422"/>
                    <a:pt x="1095" y="1373"/>
                  </a:cubicBezTo>
                  <a:cubicBezTo>
                    <a:pt x="1374" y="1027"/>
                    <a:pt x="1146" y="301"/>
                    <a:pt x="878" y="92"/>
                  </a:cubicBezTo>
                  <a:cubicBezTo>
                    <a:pt x="795" y="26"/>
                    <a:pt x="702" y="0"/>
                    <a:pt x="611" y="0"/>
                  </a:cubicBezTo>
                  <a:close/>
                </a:path>
              </a:pathLst>
            </a:custGeom>
            <a:solidFill>
              <a:srgbClr val="F9B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5"/>
            <p:cNvSpPr/>
            <p:nvPr/>
          </p:nvSpPr>
          <p:spPr>
            <a:xfrm>
              <a:off x="5086958" y="3627877"/>
              <a:ext cx="96312" cy="105441"/>
            </a:xfrm>
            <a:custGeom>
              <a:avLst/>
              <a:gdLst/>
              <a:ahLst/>
              <a:cxnLst/>
              <a:rect l="l" t="t" r="r" b="b"/>
              <a:pathLst>
                <a:path w="1350" h="1478" extrusionOk="0">
                  <a:moveTo>
                    <a:pt x="821" y="0"/>
                  </a:moveTo>
                  <a:cubicBezTo>
                    <a:pt x="842" y="42"/>
                    <a:pt x="867" y="81"/>
                    <a:pt x="895" y="117"/>
                  </a:cubicBezTo>
                  <a:cubicBezTo>
                    <a:pt x="787" y="99"/>
                    <a:pt x="677" y="90"/>
                    <a:pt x="568" y="90"/>
                  </a:cubicBezTo>
                  <a:cubicBezTo>
                    <a:pt x="529" y="90"/>
                    <a:pt x="491" y="91"/>
                    <a:pt x="452" y="93"/>
                  </a:cubicBezTo>
                  <a:cubicBezTo>
                    <a:pt x="463" y="113"/>
                    <a:pt x="481" y="128"/>
                    <a:pt x="503" y="138"/>
                  </a:cubicBezTo>
                  <a:lnTo>
                    <a:pt x="503" y="138"/>
                  </a:lnTo>
                  <a:cubicBezTo>
                    <a:pt x="497" y="135"/>
                    <a:pt x="490" y="134"/>
                    <a:pt x="482" y="134"/>
                  </a:cubicBezTo>
                  <a:cubicBezTo>
                    <a:pt x="421" y="134"/>
                    <a:pt x="323" y="208"/>
                    <a:pt x="284" y="233"/>
                  </a:cubicBezTo>
                  <a:cubicBezTo>
                    <a:pt x="213" y="284"/>
                    <a:pt x="151" y="344"/>
                    <a:pt x="99" y="413"/>
                  </a:cubicBezTo>
                  <a:cubicBezTo>
                    <a:pt x="92" y="423"/>
                    <a:pt x="86" y="436"/>
                    <a:pt x="94" y="445"/>
                  </a:cubicBezTo>
                  <a:cubicBezTo>
                    <a:pt x="97" y="449"/>
                    <a:pt x="105" y="450"/>
                    <a:pt x="111" y="450"/>
                  </a:cubicBezTo>
                  <a:cubicBezTo>
                    <a:pt x="128" y="451"/>
                    <a:pt x="144" y="452"/>
                    <a:pt x="161" y="452"/>
                  </a:cubicBezTo>
                  <a:cubicBezTo>
                    <a:pt x="180" y="452"/>
                    <a:pt x="199" y="451"/>
                    <a:pt x="219" y="449"/>
                  </a:cubicBezTo>
                  <a:lnTo>
                    <a:pt x="219" y="449"/>
                  </a:lnTo>
                  <a:cubicBezTo>
                    <a:pt x="138" y="502"/>
                    <a:pt x="81" y="584"/>
                    <a:pt x="46" y="673"/>
                  </a:cubicBezTo>
                  <a:cubicBezTo>
                    <a:pt x="11" y="762"/>
                    <a:pt x="1" y="860"/>
                    <a:pt x="1" y="956"/>
                  </a:cubicBezTo>
                  <a:cubicBezTo>
                    <a:pt x="9" y="955"/>
                    <a:pt x="16" y="955"/>
                    <a:pt x="24" y="955"/>
                  </a:cubicBezTo>
                  <a:cubicBezTo>
                    <a:pt x="50" y="955"/>
                    <a:pt x="76" y="960"/>
                    <a:pt x="99" y="968"/>
                  </a:cubicBezTo>
                  <a:cubicBezTo>
                    <a:pt x="113" y="975"/>
                    <a:pt x="127" y="1065"/>
                    <a:pt x="132" y="1082"/>
                  </a:cubicBezTo>
                  <a:cubicBezTo>
                    <a:pt x="142" y="1127"/>
                    <a:pt x="165" y="1160"/>
                    <a:pt x="191" y="1197"/>
                  </a:cubicBezTo>
                  <a:cubicBezTo>
                    <a:pt x="241" y="1269"/>
                    <a:pt x="292" y="1341"/>
                    <a:pt x="343" y="1412"/>
                  </a:cubicBezTo>
                  <a:cubicBezTo>
                    <a:pt x="365" y="1443"/>
                    <a:pt x="406" y="1477"/>
                    <a:pt x="435" y="1477"/>
                  </a:cubicBezTo>
                  <a:cubicBezTo>
                    <a:pt x="454" y="1477"/>
                    <a:pt x="467" y="1461"/>
                    <a:pt x="463" y="1415"/>
                  </a:cubicBezTo>
                  <a:cubicBezTo>
                    <a:pt x="458" y="1355"/>
                    <a:pt x="418" y="1301"/>
                    <a:pt x="414" y="1242"/>
                  </a:cubicBezTo>
                  <a:cubicBezTo>
                    <a:pt x="413" y="1237"/>
                    <a:pt x="415" y="1235"/>
                    <a:pt x="419" y="1235"/>
                  </a:cubicBezTo>
                  <a:cubicBezTo>
                    <a:pt x="437" y="1235"/>
                    <a:pt x="495" y="1290"/>
                    <a:pt x="515" y="1290"/>
                  </a:cubicBezTo>
                  <a:cubicBezTo>
                    <a:pt x="519" y="1290"/>
                    <a:pt x="521" y="1288"/>
                    <a:pt x="521" y="1283"/>
                  </a:cubicBezTo>
                  <a:cubicBezTo>
                    <a:pt x="522" y="1243"/>
                    <a:pt x="470" y="1164"/>
                    <a:pt x="486" y="1129"/>
                  </a:cubicBezTo>
                  <a:cubicBezTo>
                    <a:pt x="500" y="1102"/>
                    <a:pt x="530" y="1065"/>
                    <a:pt x="522" y="1034"/>
                  </a:cubicBezTo>
                  <a:cubicBezTo>
                    <a:pt x="449" y="639"/>
                    <a:pt x="535" y="563"/>
                    <a:pt x="638" y="563"/>
                  </a:cubicBezTo>
                  <a:cubicBezTo>
                    <a:pt x="703" y="563"/>
                    <a:pt x="774" y="593"/>
                    <a:pt x="817" y="593"/>
                  </a:cubicBezTo>
                  <a:cubicBezTo>
                    <a:pt x="819" y="593"/>
                    <a:pt x="820" y="593"/>
                    <a:pt x="822" y="593"/>
                  </a:cubicBezTo>
                  <a:cubicBezTo>
                    <a:pt x="939" y="584"/>
                    <a:pt x="924" y="479"/>
                    <a:pt x="1012" y="479"/>
                  </a:cubicBezTo>
                  <a:cubicBezTo>
                    <a:pt x="1017" y="479"/>
                    <a:pt x="1023" y="479"/>
                    <a:pt x="1028" y="480"/>
                  </a:cubicBezTo>
                  <a:cubicBezTo>
                    <a:pt x="1278" y="511"/>
                    <a:pt x="1344" y="955"/>
                    <a:pt x="1349" y="955"/>
                  </a:cubicBezTo>
                  <a:cubicBezTo>
                    <a:pt x="1350" y="955"/>
                    <a:pt x="1350" y="954"/>
                    <a:pt x="1350" y="952"/>
                  </a:cubicBezTo>
                  <a:cubicBezTo>
                    <a:pt x="1350" y="875"/>
                    <a:pt x="1335" y="800"/>
                    <a:pt x="1316" y="726"/>
                  </a:cubicBezTo>
                  <a:cubicBezTo>
                    <a:pt x="1305" y="694"/>
                    <a:pt x="1297" y="657"/>
                    <a:pt x="1279" y="627"/>
                  </a:cubicBezTo>
                  <a:cubicBezTo>
                    <a:pt x="1267" y="606"/>
                    <a:pt x="1255" y="601"/>
                    <a:pt x="1259" y="570"/>
                  </a:cubicBezTo>
                  <a:cubicBezTo>
                    <a:pt x="1276" y="428"/>
                    <a:pt x="1251" y="298"/>
                    <a:pt x="1154" y="187"/>
                  </a:cubicBezTo>
                  <a:cubicBezTo>
                    <a:pt x="1069" y="91"/>
                    <a:pt x="947" y="30"/>
                    <a:pt x="821" y="0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5"/>
            <p:cNvSpPr/>
            <p:nvPr/>
          </p:nvSpPr>
          <p:spPr>
            <a:xfrm>
              <a:off x="5100442" y="3703426"/>
              <a:ext cx="41521" cy="23114"/>
            </a:xfrm>
            <a:custGeom>
              <a:avLst/>
              <a:gdLst/>
              <a:ahLst/>
              <a:cxnLst/>
              <a:rect l="l" t="t" r="r" b="b"/>
              <a:pathLst>
                <a:path w="582" h="324" extrusionOk="0">
                  <a:moveTo>
                    <a:pt x="142" y="0"/>
                  </a:moveTo>
                  <a:cubicBezTo>
                    <a:pt x="127" y="0"/>
                    <a:pt x="112" y="3"/>
                    <a:pt x="99" y="9"/>
                  </a:cubicBezTo>
                  <a:cubicBezTo>
                    <a:pt x="0" y="57"/>
                    <a:pt x="124" y="324"/>
                    <a:pt x="321" y="324"/>
                  </a:cubicBezTo>
                  <a:cubicBezTo>
                    <a:pt x="335" y="324"/>
                    <a:pt x="348" y="323"/>
                    <a:pt x="362" y="320"/>
                  </a:cubicBezTo>
                  <a:cubicBezTo>
                    <a:pt x="581" y="279"/>
                    <a:pt x="457" y="183"/>
                    <a:pt x="399" y="135"/>
                  </a:cubicBezTo>
                  <a:cubicBezTo>
                    <a:pt x="399" y="135"/>
                    <a:pt x="251" y="0"/>
                    <a:pt x="142" y="0"/>
                  </a:cubicBezTo>
                  <a:close/>
                </a:path>
              </a:pathLst>
            </a:custGeom>
            <a:solidFill>
              <a:srgbClr val="F9B7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5"/>
            <p:cNvSpPr/>
            <p:nvPr/>
          </p:nvSpPr>
          <p:spPr>
            <a:xfrm>
              <a:off x="5134044" y="3701357"/>
              <a:ext cx="12913" cy="7491"/>
            </a:xfrm>
            <a:custGeom>
              <a:avLst/>
              <a:gdLst/>
              <a:ahLst/>
              <a:cxnLst/>
              <a:rect l="l" t="t" r="r" b="b"/>
              <a:pathLst>
                <a:path w="181" h="105" extrusionOk="0">
                  <a:moveTo>
                    <a:pt x="158" y="0"/>
                  </a:moveTo>
                  <a:cubicBezTo>
                    <a:pt x="152" y="0"/>
                    <a:pt x="146" y="4"/>
                    <a:pt x="143" y="12"/>
                  </a:cubicBezTo>
                  <a:cubicBezTo>
                    <a:pt x="137" y="45"/>
                    <a:pt x="120" y="70"/>
                    <a:pt x="84" y="70"/>
                  </a:cubicBezTo>
                  <a:cubicBezTo>
                    <a:pt x="82" y="70"/>
                    <a:pt x="80" y="70"/>
                    <a:pt x="78" y="70"/>
                  </a:cubicBezTo>
                  <a:cubicBezTo>
                    <a:pt x="68" y="70"/>
                    <a:pt x="58" y="67"/>
                    <a:pt x="48" y="64"/>
                  </a:cubicBezTo>
                  <a:cubicBezTo>
                    <a:pt x="46" y="63"/>
                    <a:pt x="38" y="60"/>
                    <a:pt x="37" y="60"/>
                  </a:cubicBezTo>
                  <a:cubicBezTo>
                    <a:pt x="37" y="60"/>
                    <a:pt x="37" y="60"/>
                    <a:pt x="39" y="61"/>
                  </a:cubicBezTo>
                  <a:cubicBezTo>
                    <a:pt x="36" y="59"/>
                    <a:pt x="32" y="59"/>
                    <a:pt x="29" y="59"/>
                  </a:cubicBezTo>
                  <a:cubicBezTo>
                    <a:pt x="13" y="59"/>
                    <a:pt x="0" y="80"/>
                    <a:pt x="18" y="89"/>
                  </a:cubicBezTo>
                  <a:cubicBezTo>
                    <a:pt x="39" y="99"/>
                    <a:pt x="60" y="105"/>
                    <a:pt x="80" y="105"/>
                  </a:cubicBezTo>
                  <a:cubicBezTo>
                    <a:pt x="126" y="105"/>
                    <a:pt x="164" y="76"/>
                    <a:pt x="178" y="23"/>
                  </a:cubicBezTo>
                  <a:cubicBezTo>
                    <a:pt x="181" y="10"/>
                    <a:pt x="169" y="0"/>
                    <a:pt x="158" y="0"/>
                  </a:cubicBezTo>
                  <a:close/>
                </a:path>
              </a:pathLst>
            </a:custGeom>
            <a:solidFill>
              <a:srgbClr val="1D10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5"/>
            <p:cNvSpPr/>
            <p:nvPr/>
          </p:nvSpPr>
          <p:spPr>
            <a:xfrm>
              <a:off x="5160298" y="3693153"/>
              <a:ext cx="13412" cy="6920"/>
            </a:xfrm>
            <a:custGeom>
              <a:avLst/>
              <a:gdLst/>
              <a:ahLst/>
              <a:cxnLst/>
              <a:rect l="l" t="t" r="r" b="b"/>
              <a:pathLst>
                <a:path w="188" h="97" extrusionOk="0">
                  <a:moveTo>
                    <a:pt x="165" y="1"/>
                  </a:moveTo>
                  <a:cubicBezTo>
                    <a:pt x="158" y="1"/>
                    <a:pt x="152" y="4"/>
                    <a:pt x="149" y="12"/>
                  </a:cubicBezTo>
                  <a:cubicBezTo>
                    <a:pt x="138" y="40"/>
                    <a:pt x="123" y="62"/>
                    <a:pt x="97" y="62"/>
                  </a:cubicBezTo>
                  <a:cubicBezTo>
                    <a:pt x="90" y="62"/>
                    <a:pt x="83" y="60"/>
                    <a:pt x="74" y="57"/>
                  </a:cubicBezTo>
                  <a:cubicBezTo>
                    <a:pt x="63" y="52"/>
                    <a:pt x="49" y="44"/>
                    <a:pt x="41" y="36"/>
                  </a:cubicBezTo>
                  <a:cubicBezTo>
                    <a:pt x="37" y="32"/>
                    <a:pt x="32" y="31"/>
                    <a:pt x="27" y="31"/>
                  </a:cubicBezTo>
                  <a:cubicBezTo>
                    <a:pt x="13" y="31"/>
                    <a:pt x="0" y="47"/>
                    <a:pt x="14" y="58"/>
                  </a:cubicBezTo>
                  <a:cubicBezTo>
                    <a:pt x="34" y="75"/>
                    <a:pt x="60" y="91"/>
                    <a:pt x="86" y="95"/>
                  </a:cubicBezTo>
                  <a:cubicBezTo>
                    <a:pt x="91" y="96"/>
                    <a:pt x="96" y="96"/>
                    <a:pt x="100" y="96"/>
                  </a:cubicBezTo>
                  <a:cubicBezTo>
                    <a:pt x="143" y="96"/>
                    <a:pt x="169" y="61"/>
                    <a:pt x="183" y="23"/>
                  </a:cubicBezTo>
                  <a:cubicBezTo>
                    <a:pt x="187" y="10"/>
                    <a:pt x="176" y="1"/>
                    <a:pt x="165" y="1"/>
                  </a:cubicBezTo>
                  <a:close/>
                </a:path>
              </a:pathLst>
            </a:custGeom>
            <a:solidFill>
              <a:srgbClr val="1D10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5"/>
            <p:cNvSpPr/>
            <p:nvPr/>
          </p:nvSpPr>
          <p:spPr>
            <a:xfrm>
              <a:off x="5155376" y="3679313"/>
              <a:ext cx="14411" cy="9631"/>
            </a:xfrm>
            <a:custGeom>
              <a:avLst/>
              <a:gdLst/>
              <a:ahLst/>
              <a:cxnLst/>
              <a:rect l="l" t="t" r="r" b="b"/>
              <a:pathLst>
                <a:path w="202" h="135" extrusionOk="0">
                  <a:moveTo>
                    <a:pt x="145" y="1"/>
                  </a:moveTo>
                  <a:cubicBezTo>
                    <a:pt x="81" y="1"/>
                    <a:pt x="29" y="41"/>
                    <a:pt x="6" y="105"/>
                  </a:cubicBezTo>
                  <a:cubicBezTo>
                    <a:pt x="0" y="122"/>
                    <a:pt x="14" y="135"/>
                    <a:pt x="27" y="135"/>
                  </a:cubicBezTo>
                  <a:cubicBezTo>
                    <a:pt x="34" y="135"/>
                    <a:pt x="41" y="131"/>
                    <a:pt x="45" y="122"/>
                  </a:cubicBezTo>
                  <a:cubicBezTo>
                    <a:pt x="62" y="73"/>
                    <a:pt x="99" y="44"/>
                    <a:pt x="147" y="44"/>
                  </a:cubicBezTo>
                  <a:cubicBezTo>
                    <a:pt x="154" y="44"/>
                    <a:pt x="161" y="45"/>
                    <a:pt x="169" y="46"/>
                  </a:cubicBezTo>
                  <a:cubicBezTo>
                    <a:pt x="171" y="47"/>
                    <a:pt x="172" y="47"/>
                    <a:pt x="173" y="47"/>
                  </a:cubicBezTo>
                  <a:cubicBezTo>
                    <a:pt x="197" y="47"/>
                    <a:pt x="202" y="9"/>
                    <a:pt x="175" y="4"/>
                  </a:cubicBezTo>
                  <a:cubicBezTo>
                    <a:pt x="165" y="2"/>
                    <a:pt x="155" y="1"/>
                    <a:pt x="145" y="1"/>
                  </a:cubicBezTo>
                  <a:close/>
                </a:path>
              </a:pathLst>
            </a:custGeom>
            <a:solidFill>
              <a:srgbClr val="55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5"/>
            <p:cNvSpPr/>
            <p:nvPr/>
          </p:nvSpPr>
          <p:spPr>
            <a:xfrm>
              <a:off x="5129978" y="3689443"/>
              <a:ext cx="16052" cy="7419"/>
            </a:xfrm>
            <a:custGeom>
              <a:avLst/>
              <a:gdLst/>
              <a:ahLst/>
              <a:cxnLst/>
              <a:rect l="l" t="t" r="r" b="b"/>
              <a:pathLst>
                <a:path w="225" h="104" extrusionOk="0">
                  <a:moveTo>
                    <a:pt x="135" y="1"/>
                  </a:moveTo>
                  <a:cubicBezTo>
                    <a:pt x="87" y="1"/>
                    <a:pt x="43" y="25"/>
                    <a:pt x="12" y="68"/>
                  </a:cubicBezTo>
                  <a:cubicBezTo>
                    <a:pt x="0" y="84"/>
                    <a:pt x="16" y="103"/>
                    <a:pt x="31" y="103"/>
                  </a:cubicBezTo>
                  <a:cubicBezTo>
                    <a:pt x="37" y="103"/>
                    <a:pt x="42" y="101"/>
                    <a:pt x="46" y="95"/>
                  </a:cubicBezTo>
                  <a:cubicBezTo>
                    <a:pt x="69" y="63"/>
                    <a:pt x="100" y="45"/>
                    <a:pt x="135" y="45"/>
                  </a:cubicBezTo>
                  <a:cubicBezTo>
                    <a:pt x="152" y="45"/>
                    <a:pt x="169" y="48"/>
                    <a:pt x="186" y="57"/>
                  </a:cubicBezTo>
                  <a:cubicBezTo>
                    <a:pt x="189" y="58"/>
                    <a:pt x="192" y="59"/>
                    <a:pt x="194" y="59"/>
                  </a:cubicBezTo>
                  <a:cubicBezTo>
                    <a:pt x="214" y="59"/>
                    <a:pt x="224" y="27"/>
                    <a:pt x="204" y="17"/>
                  </a:cubicBezTo>
                  <a:cubicBezTo>
                    <a:pt x="180" y="6"/>
                    <a:pt x="157" y="1"/>
                    <a:pt x="135" y="1"/>
                  </a:cubicBezTo>
                  <a:close/>
                </a:path>
              </a:pathLst>
            </a:custGeom>
            <a:solidFill>
              <a:srgbClr val="55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5"/>
            <p:cNvSpPr/>
            <p:nvPr/>
          </p:nvSpPr>
          <p:spPr>
            <a:xfrm>
              <a:off x="5150810" y="3692725"/>
              <a:ext cx="19120" cy="26681"/>
            </a:xfrm>
            <a:custGeom>
              <a:avLst/>
              <a:gdLst/>
              <a:ahLst/>
              <a:cxnLst/>
              <a:rect l="l" t="t" r="r" b="b"/>
              <a:pathLst>
                <a:path w="268" h="374" extrusionOk="0">
                  <a:moveTo>
                    <a:pt x="25" y="0"/>
                  </a:moveTo>
                  <a:cubicBezTo>
                    <a:pt x="17" y="0"/>
                    <a:pt x="10" y="4"/>
                    <a:pt x="9" y="12"/>
                  </a:cubicBezTo>
                  <a:cubicBezTo>
                    <a:pt x="1" y="58"/>
                    <a:pt x="3" y="110"/>
                    <a:pt x="25" y="152"/>
                  </a:cubicBezTo>
                  <a:cubicBezTo>
                    <a:pt x="60" y="219"/>
                    <a:pt x="267" y="280"/>
                    <a:pt x="104" y="350"/>
                  </a:cubicBezTo>
                  <a:cubicBezTo>
                    <a:pt x="90" y="357"/>
                    <a:pt x="95" y="373"/>
                    <a:pt x="109" y="373"/>
                  </a:cubicBezTo>
                  <a:cubicBezTo>
                    <a:pt x="111" y="373"/>
                    <a:pt x="114" y="373"/>
                    <a:pt x="117" y="372"/>
                  </a:cubicBezTo>
                  <a:cubicBezTo>
                    <a:pt x="189" y="340"/>
                    <a:pt x="231" y="298"/>
                    <a:pt x="176" y="242"/>
                  </a:cubicBezTo>
                  <a:cubicBezTo>
                    <a:pt x="136" y="200"/>
                    <a:pt x="71" y="185"/>
                    <a:pt x="47" y="132"/>
                  </a:cubicBezTo>
                  <a:cubicBezTo>
                    <a:pt x="32" y="96"/>
                    <a:pt x="32" y="52"/>
                    <a:pt x="39" y="13"/>
                  </a:cubicBezTo>
                  <a:cubicBezTo>
                    <a:pt x="40" y="5"/>
                    <a:pt x="32" y="0"/>
                    <a:pt x="25" y="0"/>
                  </a:cubicBezTo>
                  <a:close/>
                </a:path>
              </a:pathLst>
            </a:custGeom>
            <a:solidFill>
              <a:srgbClr val="DA80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5"/>
            <p:cNvSpPr/>
            <p:nvPr/>
          </p:nvSpPr>
          <p:spPr>
            <a:xfrm>
              <a:off x="5149668" y="3724614"/>
              <a:ext cx="17764" cy="10558"/>
            </a:xfrm>
            <a:custGeom>
              <a:avLst/>
              <a:gdLst/>
              <a:ahLst/>
              <a:cxnLst/>
              <a:rect l="l" t="t" r="r" b="b"/>
              <a:pathLst>
                <a:path w="249" h="148" extrusionOk="0">
                  <a:moveTo>
                    <a:pt x="247" y="0"/>
                  </a:moveTo>
                  <a:lnTo>
                    <a:pt x="0" y="13"/>
                  </a:lnTo>
                  <a:cubicBezTo>
                    <a:pt x="0" y="13"/>
                    <a:pt x="8" y="147"/>
                    <a:pt x="113" y="147"/>
                  </a:cubicBezTo>
                  <a:cubicBezTo>
                    <a:pt x="118" y="147"/>
                    <a:pt x="123" y="147"/>
                    <a:pt x="129" y="146"/>
                  </a:cubicBezTo>
                  <a:cubicBezTo>
                    <a:pt x="249" y="132"/>
                    <a:pt x="247" y="0"/>
                    <a:pt x="247" y="0"/>
                  </a:cubicBezTo>
                  <a:close/>
                </a:path>
              </a:pathLst>
            </a:custGeom>
            <a:solidFill>
              <a:srgbClr val="F7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5"/>
            <p:cNvSpPr/>
            <p:nvPr/>
          </p:nvSpPr>
          <p:spPr>
            <a:xfrm>
              <a:off x="5131904" y="3715768"/>
              <a:ext cx="11914" cy="11914"/>
            </a:xfrm>
            <a:custGeom>
              <a:avLst/>
              <a:gdLst/>
              <a:ahLst/>
              <a:cxnLst/>
              <a:rect l="l" t="t" r="r" b="b"/>
              <a:pathLst>
                <a:path w="167" h="167" extrusionOk="0">
                  <a:moveTo>
                    <a:pt x="83" y="1"/>
                  </a:moveTo>
                  <a:cubicBezTo>
                    <a:pt x="38" y="1"/>
                    <a:pt x="0" y="38"/>
                    <a:pt x="0" y="84"/>
                  </a:cubicBezTo>
                  <a:cubicBezTo>
                    <a:pt x="0" y="129"/>
                    <a:pt x="38" y="167"/>
                    <a:pt x="83" y="167"/>
                  </a:cubicBezTo>
                  <a:cubicBezTo>
                    <a:pt x="129" y="167"/>
                    <a:pt x="166" y="129"/>
                    <a:pt x="166" y="84"/>
                  </a:cubicBezTo>
                  <a:cubicBezTo>
                    <a:pt x="166" y="38"/>
                    <a:pt x="129" y="1"/>
                    <a:pt x="83" y="1"/>
                  </a:cubicBezTo>
                  <a:close/>
                </a:path>
              </a:pathLst>
            </a:custGeom>
            <a:solidFill>
              <a:srgbClr val="F1A2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5"/>
            <p:cNvSpPr/>
            <p:nvPr/>
          </p:nvSpPr>
          <p:spPr>
            <a:xfrm>
              <a:off x="5171356" y="3703212"/>
              <a:ext cx="12057" cy="12128"/>
            </a:xfrm>
            <a:custGeom>
              <a:avLst/>
              <a:gdLst/>
              <a:ahLst/>
              <a:cxnLst/>
              <a:rect l="l" t="t" r="r" b="b"/>
              <a:pathLst>
                <a:path w="169" h="170" extrusionOk="0">
                  <a:moveTo>
                    <a:pt x="85" y="1"/>
                  </a:moveTo>
                  <a:cubicBezTo>
                    <a:pt x="38" y="1"/>
                    <a:pt x="1" y="38"/>
                    <a:pt x="1" y="85"/>
                  </a:cubicBezTo>
                  <a:cubicBezTo>
                    <a:pt x="1" y="131"/>
                    <a:pt x="38" y="170"/>
                    <a:pt x="85" y="170"/>
                  </a:cubicBezTo>
                  <a:cubicBezTo>
                    <a:pt x="132" y="170"/>
                    <a:pt x="169" y="131"/>
                    <a:pt x="169" y="85"/>
                  </a:cubicBezTo>
                  <a:cubicBezTo>
                    <a:pt x="169" y="38"/>
                    <a:pt x="132" y="1"/>
                    <a:pt x="85" y="1"/>
                  </a:cubicBezTo>
                  <a:close/>
                </a:path>
              </a:pathLst>
            </a:custGeom>
            <a:solidFill>
              <a:srgbClr val="F1A2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5" name="Google Shape;525;p35">
            <a:hlinkClick r:id="" action="ppaction://hlinkshowjump?jump=nextslide"/>
          </p:cNvPr>
          <p:cNvSpPr/>
          <p:nvPr/>
        </p:nvSpPr>
        <p:spPr>
          <a:xfrm>
            <a:off x="389075" y="1652494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35">
            <a:hlinkClick r:id="" action="ppaction://hlinkshowjump?jump=previousslide"/>
          </p:cNvPr>
          <p:cNvSpPr/>
          <p:nvPr/>
        </p:nvSpPr>
        <p:spPr>
          <a:xfrm>
            <a:off x="389425" y="123280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35">
            <a:hlinkClick r:id="rId3" action="ppaction://hlinksldjump"/>
          </p:cNvPr>
          <p:cNvSpPr/>
          <p:nvPr/>
        </p:nvSpPr>
        <p:spPr>
          <a:xfrm>
            <a:off x="389425" y="41377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8" name="Google Shape;528;p35"/>
          <p:cNvGrpSpPr/>
          <p:nvPr/>
        </p:nvGrpSpPr>
        <p:grpSpPr>
          <a:xfrm>
            <a:off x="480570" y="460939"/>
            <a:ext cx="271609" cy="249173"/>
            <a:chOff x="6319908" y="3696721"/>
            <a:chExt cx="373963" cy="343119"/>
          </a:xfrm>
        </p:grpSpPr>
        <p:sp>
          <p:nvSpPr>
            <p:cNvPr id="529" name="Google Shape;529;p35"/>
            <p:cNvSpPr/>
            <p:nvPr/>
          </p:nvSpPr>
          <p:spPr>
            <a:xfrm>
              <a:off x="6366016" y="3736813"/>
              <a:ext cx="281562" cy="303027"/>
            </a:xfrm>
            <a:custGeom>
              <a:avLst/>
              <a:gdLst/>
              <a:ahLst/>
              <a:cxnLst/>
              <a:rect l="l" t="t" r="r" b="b"/>
              <a:pathLst>
                <a:path w="10717" h="11534" extrusionOk="0">
                  <a:moveTo>
                    <a:pt x="5359" y="1"/>
                  </a:moveTo>
                  <a:cubicBezTo>
                    <a:pt x="5333" y="1"/>
                    <a:pt x="5307" y="9"/>
                    <a:pt x="5286" y="27"/>
                  </a:cubicBezTo>
                  <a:lnTo>
                    <a:pt x="0" y="4625"/>
                  </a:lnTo>
                  <a:lnTo>
                    <a:pt x="0" y="11222"/>
                  </a:lnTo>
                  <a:cubicBezTo>
                    <a:pt x="0" y="11395"/>
                    <a:pt x="146" y="11534"/>
                    <a:pt x="319" y="11534"/>
                  </a:cubicBezTo>
                  <a:lnTo>
                    <a:pt x="10405" y="11534"/>
                  </a:lnTo>
                  <a:cubicBezTo>
                    <a:pt x="10578" y="11534"/>
                    <a:pt x="10717" y="11395"/>
                    <a:pt x="10717" y="11222"/>
                  </a:cubicBezTo>
                  <a:lnTo>
                    <a:pt x="10717" y="4625"/>
                  </a:lnTo>
                  <a:lnTo>
                    <a:pt x="5431" y="27"/>
                  </a:lnTo>
                  <a:cubicBezTo>
                    <a:pt x="5411" y="9"/>
                    <a:pt x="5385" y="1"/>
                    <a:pt x="535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5"/>
            <p:cNvSpPr/>
            <p:nvPr/>
          </p:nvSpPr>
          <p:spPr>
            <a:xfrm>
              <a:off x="6467691" y="3889298"/>
              <a:ext cx="85123" cy="150541"/>
            </a:xfrm>
            <a:custGeom>
              <a:avLst/>
              <a:gdLst/>
              <a:ahLst/>
              <a:cxnLst/>
              <a:rect l="l" t="t" r="r" b="b"/>
              <a:pathLst>
                <a:path w="3240" h="5730" extrusionOk="0">
                  <a:moveTo>
                    <a:pt x="292" y="0"/>
                  </a:moveTo>
                  <a:cubicBezTo>
                    <a:pt x="133" y="0"/>
                    <a:pt x="1" y="132"/>
                    <a:pt x="1" y="292"/>
                  </a:cubicBezTo>
                  <a:lnTo>
                    <a:pt x="1" y="5730"/>
                  </a:lnTo>
                  <a:lnTo>
                    <a:pt x="3240" y="5730"/>
                  </a:lnTo>
                  <a:lnTo>
                    <a:pt x="3240" y="292"/>
                  </a:lnTo>
                  <a:cubicBezTo>
                    <a:pt x="3240" y="132"/>
                    <a:pt x="3108" y="0"/>
                    <a:pt x="29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5"/>
            <p:cNvSpPr/>
            <p:nvPr/>
          </p:nvSpPr>
          <p:spPr>
            <a:xfrm>
              <a:off x="6319908" y="3696721"/>
              <a:ext cx="373963" cy="165096"/>
            </a:xfrm>
            <a:custGeom>
              <a:avLst/>
              <a:gdLst/>
              <a:ahLst/>
              <a:cxnLst/>
              <a:rect l="l" t="t" r="r" b="b"/>
              <a:pathLst>
                <a:path w="14234" h="6284" extrusionOk="0">
                  <a:moveTo>
                    <a:pt x="7114" y="1"/>
                  </a:moveTo>
                  <a:cubicBezTo>
                    <a:pt x="7088" y="1"/>
                    <a:pt x="7062" y="9"/>
                    <a:pt x="7041" y="27"/>
                  </a:cubicBezTo>
                  <a:lnTo>
                    <a:pt x="77" y="6089"/>
                  </a:lnTo>
                  <a:cubicBezTo>
                    <a:pt x="1" y="6158"/>
                    <a:pt x="49" y="6283"/>
                    <a:pt x="153" y="6283"/>
                  </a:cubicBezTo>
                  <a:lnTo>
                    <a:pt x="1762" y="6283"/>
                  </a:lnTo>
                  <a:lnTo>
                    <a:pt x="7041" y="1691"/>
                  </a:lnTo>
                  <a:cubicBezTo>
                    <a:pt x="7062" y="1674"/>
                    <a:pt x="7088" y="1665"/>
                    <a:pt x="7114" y="1665"/>
                  </a:cubicBezTo>
                  <a:cubicBezTo>
                    <a:pt x="7140" y="1665"/>
                    <a:pt x="7166" y="1674"/>
                    <a:pt x="7186" y="1691"/>
                  </a:cubicBezTo>
                  <a:lnTo>
                    <a:pt x="12472" y="6283"/>
                  </a:lnTo>
                  <a:lnTo>
                    <a:pt x="14081" y="6283"/>
                  </a:lnTo>
                  <a:cubicBezTo>
                    <a:pt x="14185" y="6283"/>
                    <a:pt x="14234" y="6158"/>
                    <a:pt x="14150" y="6089"/>
                  </a:cubicBezTo>
                  <a:lnTo>
                    <a:pt x="7186" y="27"/>
                  </a:lnTo>
                  <a:cubicBezTo>
                    <a:pt x="7166" y="9"/>
                    <a:pt x="7140" y="1"/>
                    <a:pt x="71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5"/>
          <p:cNvSpPr/>
          <p:nvPr/>
        </p:nvSpPr>
        <p:spPr>
          <a:xfrm>
            <a:off x="521525" y="1699594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5"/>
          <p:cNvSpPr/>
          <p:nvPr/>
        </p:nvSpPr>
        <p:spPr>
          <a:xfrm rot="10800000">
            <a:off x="521875" y="1279905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35">
            <a:hlinkClick r:id="rId3" action="ppaction://hlinksldjump"/>
          </p:cNvPr>
          <p:cNvSpPr/>
          <p:nvPr/>
        </p:nvSpPr>
        <p:spPr>
          <a:xfrm>
            <a:off x="389425" y="820863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5" name="Google Shape;535;p35"/>
          <p:cNvGrpSpPr/>
          <p:nvPr/>
        </p:nvGrpSpPr>
        <p:grpSpPr>
          <a:xfrm>
            <a:off x="521795" y="932476"/>
            <a:ext cx="189159" cy="120273"/>
            <a:chOff x="404850" y="546850"/>
            <a:chExt cx="181500" cy="115425"/>
          </a:xfrm>
        </p:grpSpPr>
        <p:cxnSp>
          <p:nvCxnSpPr>
            <p:cNvPr id="536" name="Google Shape;536;p35"/>
            <p:cNvCxnSpPr/>
            <p:nvPr/>
          </p:nvCxnSpPr>
          <p:spPr>
            <a:xfrm>
              <a:off x="404850" y="5468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7" name="Google Shape;537;p35"/>
            <p:cNvCxnSpPr/>
            <p:nvPr/>
          </p:nvCxnSpPr>
          <p:spPr>
            <a:xfrm>
              <a:off x="404850" y="6065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8" name="Google Shape;538;p35"/>
            <p:cNvCxnSpPr/>
            <p:nvPr/>
          </p:nvCxnSpPr>
          <p:spPr>
            <a:xfrm>
              <a:off x="404850" y="662275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5"/>
          <p:cNvSpPr/>
          <p:nvPr/>
        </p:nvSpPr>
        <p:spPr>
          <a:xfrm>
            <a:off x="-21450" y="-7750"/>
            <a:ext cx="9186900" cy="5151300"/>
          </a:xfrm>
          <a:prstGeom prst="roundRect">
            <a:avLst>
              <a:gd name="adj" fmla="val 4962"/>
            </a:avLst>
          </a:prstGeom>
          <a:noFill/>
          <a:ln w="22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45"/>
          <p:cNvSpPr/>
          <p:nvPr/>
        </p:nvSpPr>
        <p:spPr>
          <a:xfrm>
            <a:off x="1711625" y="501024"/>
            <a:ext cx="5631350" cy="115146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45"/>
          <p:cNvSpPr txBox="1">
            <a:spLocks noGrp="1"/>
          </p:cNvSpPr>
          <p:nvPr>
            <p:ph type="title"/>
          </p:nvPr>
        </p:nvSpPr>
        <p:spPr>
          <a:xfrm>
            <a:off x="1711625" y="600083"/>
            <a:ext cx="5631350" cy="1163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hlink"/>
              </a:buClr>
              <a:buSzPts val="1100"/>
            </a:pPr>
            <a:r>
              <a:rPr lang="bg-BG" dirty="0"/>
              <a:t>Колко време средно отнема намирането на свободно паркомясто?</a:t>
            </a:r>
            <a:endParaRPr dirty="0"/>
          </a:p>
        </p:txBody>
      </p:sp>
      <p:sp>
        <p:nvSpPr>
          <p:cNvPr id="1161" name="Google Shape;1161;p45">
            <a:hlinkClick r:id="" action="ppaction://hlinkshowjump?jump=nextslide"/>
          </p:cNvPr>
          <p:cNvSpPr/>
          <p:nvPr/>
        </p:nvSpPr>
        <p:spPr>
          <a:xfrm>
            <a:off x="389075" y="1652494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45">
            <a:hlinkClick r:id="" action="ppaction://hlinkshowjump?jump=previousslide"/>
          </p:cNvPr>
          <p:cNvSpPr/>
          <p:nvPr/>
        </p:nvSpPr>
        <p:spPr>
          <a:xfrm>
            <a:off x="389425" y="123280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45">
            <a:hlinkClick r:id="rId4" action="ppaction://hlinksldjump"/>
          </p:cNvPr>
          <p:cNvSpPr/>
          <p:nvPr/>
        </p:nvSpPr>
        <p:spPr>
          <a:xfrm>
            <a:off x="389425" y="41377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4" name="Google Shape;1164;p45"/>
          <p:cNvGrpSpPr/>
          <p:nvPr/>
        </p:nvGrpSpPr>
        <p:grpSpPr>
          <a:xfrm>
            <a:off x="480570" y="460939"/>
            <a:ext cx="271609" cy="249173"/>
            <a:chOff x="6319908" y="3696721"/>
            <a:chExt cx="373963" cy="343119"/>
          </a:xfrm>
        </p:grpSpPr>
        <p:sp>
          <p:nvSpPr>
            <p:cNvPr id="1165" name="Google Shape;1165;p45"/>
            <p:cNvSpPr/>
            <p:nvPr/>
          </p:nvSpPr>
          <p:spPr>
            <a:xfrm>
              <a:off x="6366016" y="3736813"/>
              <a:ext cx="281562" cy="303027"/>
            </a:xfrm>
            <a:custGeom>
              <a:avLst/>
              <a:gdLst/>
              <a:ahLst/>
              <a:cxnLst/>
              <a:rect l="l" t="t" r="r" b="b"/>
              <a:pathLst>
                <a:path w="10717" h="11534" extrusionOk="0">
                  <a:moveTo>
                    <a:pt x="5359" y="1"/>
                  </a:moveTo>
                  <a:cubicBezTo>
                    <a:pt x="5333" y="1"/>
                    <a:pt x="5307" y="9"/>
                    <a:pt x="5286" y="27"/>
                  </a:cubicBezTo>
                  <a:lnTo>
                    <a:pt x="0" y="4625"/>
                  </a:lnTo>
                  <a:lnTo>
                    <a:pt x="0" y="11222"/>
                  </a:lnTo>
                  <a:cubicBezTo>
                    <a:pt x="0" y="11395"/>
                    <a:pt x="146" y="11534"/>
                    <a:pt x="319" y="11534"/>
                  </a:cubicBezTo>
                  <a:lnTo>
                    <a:pt x="10405" y="11534"/>
                  </a:lnTo>
                  <a:cubicBezTo>
                    <a:pt x="10578" y="11534"/>
                    <a:pt x="10717" y="11395"/>
                    <a:pt x="10717" y="11222"/>
                  </a:cubicBezTo>
                  <a:lnTo>
                    <a:pt x="10717" y="4625"/>
                  </a:lnTo>
                  <a:lnTo>
                    <a:pt x="5431" y="27"/>
                  </a:lnTo>
                  <a:cubicBezTo>
                    <a:pt x="5411" y="9"/>
                    <a:pt x="5385" y="1"/>
                    <a:pt x="535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5"/>
            <p:cNvSpPr/>
            <p:nvPr/>
          </p:nvSpPr>
          <p:spPr>
            <a:xfrm>
              <a:off x="6467691" y="3889298"/>
              <a:ext cx="85123" cy="150541"/>
            </a:xfrm>
            <a:custGeom>
              <a:avLst/>
              <a:gdLst/>
              <a:ahLst/>
              <a:cxnLst/>
              <a:rect l="l" t="t" r="r" b="b"/>
              <a:pathLst>
                <a:path w="3240" h="5730" extrusionOk="0">
                  <a:moveTo>
                    <a:pt x="292" y="0"/>
                  </a:moveTo>
                  <a:cubicBezTo>
                    <a:pt x="133" y="0"/>
                    <a:pt x="1" y="132"/>
                    <a:pt x="1" y="292"/>
                  </a:cubicBezTo>
                  <a:lnTo>
                    <a:pt x="1" y="5730"/>
                  </a:lnTo>
                  <a:lnTo>
                    <a:pt x="3240" y="5730"/>
                  </a:lnTo>
                  <a:lnTo>
                    <a:pt x="3240" y="292"/>
                  </a:lnTo>
                  <a:cubicBezTo>
                    <a:pt x="3240" y="132"/>
                    <a:pt x="3108" y="0"/>
                    <a:pt x="29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5"/>
            <p:cNvSpPr/>
            <p:nvPr/>
          </p:nvSpPr>
          <p:spPr>
            <a:xfrm>
              <a:off x="6319908" y="3696721"/>
              <a:ext cx="373963" cy="165096"/>
            </a:xfrm>
            <a:custGeom>
              <a:avLst/>
              <a:gdLst/>
              <a:ahLst/>
              <a:cxnLst/>
              <a:rect l="l" t="t" r="r" b="b"/>
              <a:pathLst>
                <a:path w="14234" h="6284" extrusionOk="0">
                  <a:moveTo>
                    <a:pt x="7114" y="1"/>
                  </a:moveTo>
                  <a:cubicBezTo>
                    <a:pt x="7088" y="1"/>
                    <a:pt x="7062" y="9"/>
                    <a:pt x="7041" y="27"/>
                  </a:cubicBezTo>
                  <a:lnTo>
                    <a:pt x="77" y="6089"/>
                  </a:lnTo>
                  <a:cubicBezTo>
                    <a:pt x="1" y="6158"/>
                    <a:pt x="49" y="6283"/>
                    <a:pt x="153" y="6283"/>
                  </a:cubicBezTo>
                  <a:lnTo>
                    <a:pt x="1762" y="6283"/>
                  </a:lnTo>
                  <a:lnTo>
                    <a:pt x="7041" y="1691"/>
                  </a:lnTo>
                  <a:cubicBezTo>
                    <a:pt x="7062" y="1674"/>
                    <a:pt x="7088" y="1665"/>
                    <a:pt x="7114" y="1665"/>
                  </a:cubicBezTo>
                  <a:cubicBezTo>
                    <a:pt x="7140" y="1665"/>
                    <a:pt x="7166" y="1674"/>
                    <a:pt x="7186" y="1691"/>
                  </a:cubicBezTo>
                  <a:lnTo>
                    <a:pt x="12472" y="6283"/>
                  </a:lnTo>
                  <a:lnTo>
                    <a:pt x="14081" y="6283"/>
                  </a:lnTo>
                  <a:cubicBezTo>
                    <a:pt x="14185" y="6283"/>
                    <a:pt x="14234" y="6158"/>
                    <a:pt x="14150" y="6089"/>
                  </a:cubicBezTo>
                  <a:lnTo>
                    <a:pt x="7186" y="27"/>
                  </a:lnTo>
                  <a:cubicBezTo>
                    <a:pt x="7166" y="9"/>
                    <a:pt x="7140" y="1"/>
                    <a:pt x="71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8" name="Google Shape;1168;p45"/>
          <p:cNvSpPr/>
          <p:nvPr/>
        </p:nvSpPr>
        <p:spPr>
          <a:xfrm>
            <a:off x="521525" y="1699594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45"/>
          <p:cNvSpPr/>
          <p:nvPr/>
        </p:nvSpPr>
        <p:spPr>
          <a:xfrm rot="10800000">
            <a:off x="521875" y="1279905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45">
            <a:hlinkClick r:id="rId5" action="ppaction://hlinksldjump"/>
          </p:cNvPr>
          <p:cNvSpPr/>
          <p:nvPr/>
        </p:nvSpPr>
        <p:spPr>
          <a:xfrm>
            <a:off x="389425" y="820863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71" name="Google Shape;1171;p45"/>
          <p:cNvGrpSpPr/>
          <p:nvPr/>
        </p:nvGrpSpPr>
        <p:grpSpPr>
          <a:xfrm>
            <a:off x="521795" y="932476"/>
            <a:ext cx="189159" cy="120273"/>
            <a:chOff x="404850" y="546850"/>
            <a:chExt cx="181500" cy="115425"/>
          </a:xfrm>
        </p:grpSpPr>
        <p:cxnSp>
          <p:nvCxnSpPr>
            <p:cNvPr id="1172" name="Google Shape;1172;p45"/>
            <p:cNvCxnSpPr/>
            <p:nvPr/>
          </p:nvCxnSpPr>
          <p:spPr>
            <a:xfrm>
              <a:off x="404850" y="5468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3" name="Google Shape;1173;p45"/>
            <p:cNvCxnSpPr/>
            <p:nvPr/>
          </p:nvCxnSpPr>
          <p:spPr>
            <a:xfrm>
              <a:off x="404850" y="6065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4" name="Google Shape;1174;p45"/>
            <p:cNvCxnSpPr/>
            <p:nvPr/>
          </p:nvCxnSpPr>
          <p:spPr>
            <a:xfrm>
              <a:off x="404850" y="662275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53C13934-304B-4976-ADF9-3CDBA5D02A31}"/>
              </a:ext>
            </a:extLst>
          </p:cNvPr>
          <p:cNvSpPr/>
          <p:nvPr/>
        </p:nvSpPr>
        <p:spPr>
          <a:xfrm>
            <a:off x="3159760" y="1995994"/>
            <a:ext cx="2184400" cy="21763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1160;p45">
            <a:extLst>
              <a:ext uri="{FF2B5EF4-FFF2-40B4-BE49-F238E27FC236}">
                <a16:creationId xmlns:a16="http://schemas.microsoft.com/office/drawing/2014/main" id="{7A30E038-347C-7B84-2A8F-9159BA5EA8DE}"/>
              </a:ext>
            </a:extLst>
          </p:cNvPr>
          <p:cNvSpPr txBox="1">
            <a:spLocks/>
          </p:cNvSpPr>
          <p:nvPr/>
        </p:nvSpPr>
        <p:spPr>
          <a:xfrm>
            <a:off x="1436285" y="2327239"/>
            <a:ext cx="5631350" cy="1163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umbh Sans SemiBold"/>
              <a:buNone/>
              <a:defRPr sz="2400" b="0" i="0" u="none" strike="noStrike" cap="none">
                <a:solidFill>
                  <a:schemeClr val="accent6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umbh Sans SemiBold"/>
              <a:buNone/>
              <a:defRPr sz="24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umbh Sans SemiBold"/>
              <a:buNone/>
              <a:defRPr sz="24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umbh Sans SemiBold"/>
              <a:buNone/>
              <a:defRPr sz="24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umbh Sans SemiBold"/>
              <a:buNone/>
              <a:defRPr sz="24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umbh Sans SemiBold"/>
              <a:buNone/>
              <a:defRPr sz="24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umbh Sans SemiBold"/>
              <a:buNone/>
              <a:defRPr sz="24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umbh Sans SemiBold"/>
              <a:buNone/>
              <a:defRPr sz="24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umbh Sans SemiBold"/>
              <a:buNone/>
              <a:defRPr sz="24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9pPr>
          </a:lstStyle>
          <a:p>
            <a:pPr>
              <a:buClr>
                <a:schemeClr val="hlink"/>
              </a:buClr>
              <a:buSzPts val="1100"/>
            </a:pPr>
            <a:r>
              <a:rPr lang="ru-RU" sz="3600" dirty="0"/>
              <a:t>17 часа </a:t>
            </a:r>
          </a:p>
          <a:p>
            <a:pPr>
              <a:buClr>
                <a:schemeClr val="hlink"/>
              </a:buClr>
              <a:buSzPts val="1100"/>
            </a:pPr>
            <a:r>
              <a:rPr lang="ru-RU" sz="3600" dirty="0"/>
              <a:t>годишно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BFE36D25-6D80-55F4-CDA8-413A33CBE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>
            <a:extLst>
              <a:ext uri="{FF2B5EF4-FFF2-40B4-BE49-F238E27FC236}">
                <a16:creationId xmlns:a16="http://schemas.microsoft.com/office/drawing/2014/main" id="{9EFA2524-05D2-6041-146F-DD1FA7CF1135}"/>
              </a:ext>
            </a:extLst>
          </p:cNvPr>
          <p:cNvSpPr/>
          <p:nvPr/>
        </p:nvSpPr>
        <p:spPr>
          <a:xfrm>
            <a:off x="3648237" y="499294"/>
            <a:ext cx="1244700" cy="1200300"/>
          </a:xfrm>
          <a:prstGeom prst="roundRect">
            <a:avLst>
              <a:gd name="adj" fmla="val 25127"/>
            </a:avLst>
          </a:prstGeom>
          <a:solidFill>
            <a:srgbClr val="F0F8FF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5">
            <a:extLst>
              <a:ext uri="{FF2B5EF4-FFF2-40B4-BE49-F238E27FC236}">
                <a16:creationId xmlns:a16="http://schemas.microsoft.com/office/drawing/2014/main" id="{AF7465A2-7BF0-B232-0E3B-29726580B8AD}"/>
              </a:ext>
            </a:extLst>
          </p:cNvPr>
          <p:cNvSpPr/>
          <p:nvPr/>
        </p:nvSpPr>
        <p:spPr>
          <a:xfrm>
            <a:off x="1148080" y="2072183"/>
            <a:ext cx="6871570" cy="8430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7" name="Google Shape;397;p35">
            <a:extLst>
              <a:ext uri="{FF2B5EF4-FFF2-40B4-BE49-F238E27FC236}">
                <a16:creationId xmlns:a16="http://schemas.microsoft.com/office/drawing/2014/main" id="{7A28DB91-261C-0DF3-9724-A6934AA244C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890321" y="2021635"/>
            <a:ext cx="7590890" cy="7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Предимства и ползи</a:t>
            </a:r>
            <a:endParaRPr dirty="0"/>
          </a:p>
        </p:txBody>
      </p:sp>
      <p:sp>
        <p:nvSpPr>
          <p:cNvPr id="398" name="Google Shape;398;p35">
            <a:extLst>
              <a:ext uri="{FF2B5EF4-FFF2-40B4-BE49-F238E27FC236}">
                <a16:creationId xmlns:a16="http://schemas.microsoft.com/office/drawing/2014/main" id="{1BED7631-DA5B-CB5A-7EB9-F1B5556706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25537" y="417973"/>
            <a:ext cx="890100" cy="12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400" name="Google Shape;400;p35">
            <a:extLst>
              <a:ext uri="{FF2B5EF4-FFF2-40B4-BE49-F238E27FC236}">
                <a16:creationId xmlns:a16="http://schemas.microsoft.com/office/drawing/2014/main" id="{2AD1823E-F366-08FB-517F-D777614E2776}"/>
              </a:ext>
            </a:extLst>
          </p:cNvPr>
          <p:cNvSpPr/>
          <p:nvPr/>
        </p:nvSpPr>
        <p:spPr>
          <a:xfrm rot="1532696">
            <a:off x="5252530" y="917351"/>
            <a:ext cx="4648906" cy="1739068"/>
          </a:xfrm>
          <a:custGeom>
            <a:avLst/>
            <a:gdLst/>
            <a:ahLst/>
            <a:cxnLst/>
            <a:rect l="l" t="t" r="r" b="b"/>
            <a:pathLst>
              <a:path w="303397" h="104955" extrusionOk="0">
                <a:moveTo>
                  <a:pt x="0" y="0"/>
                </a:moveTo>
                <a:cubicBezTo>
                  <a:pt x="4866" y="4518"/>
                  <a:pt x="13091" y="24212"/>
                  <a:pt x="29193" y="27108"/>
                </a:cubicBezTo>
                <a:cubicBezTo>
                  <a:pt x="45296" y="30004"/>
                  <a:pt x="78833" y="15524"/>
                  <a:pt x="96615" y="17377"/>
                </a:cubicBezTo>
                <a:cubicBezTo>
                  <a:pt x="114397" y="19231"/>
                  <a:pt x="118857" y="35681"/>
                  <a:pt x="135886" y="38229"/>
                </a:cubicBezTo>
                <a:cubicBezTo>
                  <a:pt x="152915" y="40778"/>
                  <a:pt x="184889" y="26644"/>
                  <a:pt x="198790" y="32668"/>
                </a:cubicBezTo>
                <a:cubicBezTo>
                  <a:pt x="212691" y="38692"/>
                  <a:pt x="212054" y="66031"/>
                  <a:pt x="219294" y="74372"/>
                </a:cubicBezTo>
                <a:cubicBezTo>
                  <a:pt x="226534" y="82713"/>
                  <a:pt x="233659" y="78601"/>
                  <a:pt x="242231" y="82713"/>
                </a:cubicBezTo>
                <a:cubicBezTo>
                  <a:pt x="250804" y="86826"/>
                  <a:pt x="260535" y="95340"/>
                  <a:pt x="270729" y="99047"/>
                </a:cubicBezTo>
                <a:cubicBezTo>
                  <a:pt x="280923" y="102754"/>
                  <a:pt x="297952" y="103970"/>
                  <a:pt x="303397" y="104955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Google Shape;401;p35">
            <a:extLst>
              <a:ext uri="{FF2B5EF4-FFF2-40B4-BE49-F238E27FC236}">
                <a16:creationId xmlns:a16="http://schemas.microsoft.com/office/drawing/2014/main" id="{A0A73014-F662-4836-22CB-E9ADE759853F}"/>
              </a:ext>
            </a:extLst>
          </p:cNvPr>
          <p:cNvSpPr/>
          <p:nvPr/>
        </p:nvSpPr>
        <p:spPr>
          <a:xfrm>
            <a:off x="7690546" y="960965"/>
            <a:ext cx="1790665" cy="612484"/>
          </a:xfrm>
          <a:custGeom>
            <a:avLst/>
            <a:gdLst/>
            <a:ahLst/>
            <a:cxnLst/>
            <a:rect l="l" t="t" r="r" b="b"/>
            <a:pathLst>
              <a:path w="108083" h="36969" extrusionOk="0">
                <a:moveTo>
                  <a:pt x="0" y="36969"/>
                </a:moveTo>
                <a:cubicBezTo>
                  <a:pt x="4228" y="31640"/>
                  <a:pt x="9615" y="11078"/>
                  <a:pt x="25370" y="4996"/>
                </a:cubicBezTo>
                <a:cubicBezTo>
                  <a:pt x="41125" y="-1086"/>
                  <a:pt x="80744" y="1289"/>
                  <a:pt x="94529" y="478"/>
                </a:cubicBezTo>
                <a:cubicBezTo>
                  <a:pt x="108315" y="-333"/>
                  <a:pt x="105824" y="189"/>
                  <a:pt x="108083" y="131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Google Shape;402;p35">
            <a:extLst>
              <a:ext uri="{FF2B5EF4-FFF2-40B4-BE49-F238E27FC236}">
                <a16:creationId xmlns:a16="http://schemas.microsoft.com/office/drawing/2014/main" id="{EE25F5F6-3626-88BA-FBB9-BDD6C24E4347}"/>
              </a:ext>
            </a:extLst>
          </p:cNvPr>
          <p:cNvSpPr/>
          <p:nvPr/>
        </p:nvSpPr>
        <p:spPr>
          <a:xfrm>
            <a:off x="2385717" y="3174197"/>
            <a:ext cx="4045500" cy="1584300"/>
          </a:xfrm>
          <a:prstGeom prst="roundRect">
            <a:avLst>
              <a:gd name="adj" fmla="val 25127"/>
            </a:avLst>
          </a:prstGeom>
          <a:solidFill>
            <a:srgbClr val="F0F8FF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BC602FC-74CA-E98F-237A-A322179ED722}"/>
              </a:ext>
            </a:extLst>
          </p:cNvPr>
          <p:cNvSpPr/>
          <p:nvPr/>
        </p:nvSpPr>
        <p:spPr>
          <a:xfrm>
            <a:off x="389075" y="1652494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3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238468E-F18E-AF1E-3EB3-5DD34ACCEE2E}"/>
              </a:ext>
            </a:extLst>
          </p:cNvPr>
          <p:cNvSpPr/>
          <p:nvPr/>
        </p:nvSpPr>
        <p:spPr>
          <a:xfrm>
            <a:off x="389425" y="123280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35">
            <a:hlinkClick r:id="rId3" action="ppaction://hlinksldjump"/>
            <a:extLst>
              <a:ext uri="{FF2B5EF4-FFF2-40B4-BE49-F238E27FC236}">
                <a16:creationId xmlns:a16="http://schemas.microsoft.com/office/drawing/2014/main" id="{982E07CC-72C0-8A01-1B1F-646274225DDC}"/>
              </a:ext>
            </a:extLst>
          </p:cNvPr>
          <p:cNvSpPr/>
          <p:nvPr/>
        </p:nvSpPr>
        <p:spPr>
          <a:xfrm>
            <a:off x="389425" y="41377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8" name="Google Shape;528;p35">
            <a:extLst>
              <a:ext uri="{FF2B5EF4-FFF2-40B4-BE49-F238E27FC236}">
                <a16:creationId xmlns:a16="http://schemas.microsoft.com/office/drawing/2014/main" id="{B7627C60-08DE-BD11-0EFC-C413D2F7FA9D}"/>
              </a:ext>
            </a:extLst>
          </p:cNvPr>
          <p:cNvGrpSpPr/>
          <p:nvPr/>
        </p:nvGrpSpPr>
        <p:grpSpPr>
          <a:xfrm>
            <a:off x="480570" y="460939"/>
            <a:ext cx="271609" cy="249173"/>
            <a:chOff x="6319908" y="3696721"/>
            <a:chExt cx="373963" cy="343119"/>
          </a:xfrm>
        </p:grpSpPr>
        <p:sp>
          <p:nvSpPr>
            <p:cNvPr id="529" name="Google Shape;529;p35">
              <a:extLst>
                <a:ext uri="{FF2B5EF4-FFF2-40B4-BE49-F238E27FC236}">
                  <a16:creationId xmlns:a16="http://schemas.microsoft.com/office/drawing/2014/main" id="{A96B8D13-2FA7-7573-E846-4AC7A9C45627}"/>
                </a:ext>
              </a:extLst>
            </p:cNvPr>
            <p:cNvSpPr/>
            <p:nvPr/>
          </p:nvSpPr>
          <p:spPr>
            <a:xfrm>
              <a:off x="6366016" y="3736813"/>
              <a:ext cx="281562" cy="303027"/>
            </a:xfrm>
            <a:custGeom>
              <a:avLst/>
              <a:gdLst/>
              <a:ahLst/>
              <a:cxnLst/>
              <a:rect l="l" t="t" r="r" b="b"/>
              <a:pathLst>
                <a:path w="10717" h="11534" extrusionOk="0">
                  <a:moveTo>
                    <a:pt x="5359" y="1"/>
                  </a:moveTo>
                  <a:cubicBezTo>
                    <a:pt x="5333" y="1"/>
                    <a:pt x="5307" y="9"/>
                    <a:pt x="5286" y="27"/>
                  </a:cubicBezTo>
                  <a:lnTo>
                    <a:pt x="0" y="4625"/>
                  </a:lnTo>
                  <a:lnTo>
                    <a:pt x="0" y="11222"/>
                  </a:lnTo>
                  <a:cubicBezTo>
                    <a:pt x="0" y="11395"/>
                    <a:pt x="146" y="11534"/>
                    <a:pt x="319" y="11534"/>
                  </a:cubicBezTo>
                  <a:lnTo>
                    <a:pt x="10405" y="11534"/>
                  </a:lnTo>
                  <a:cubicBezTo>
                    <a:pt x="10578" y="11534"/>
                    <a:pt x="10717" y="11395"/>
                    <a:pt x="10717" y="11222"/>
                  </a:cubicBezTo>
                  <a:lnTo>
                    <a:pt x="10717" y="4625"/>
                  </a:lnTo>
                  <a:lnTo>
                    <a:pt x="5431" y="27"/>
                  </a:lnTo>
                  <a:cubicBezTo>
                    <a:pt x="5411" y="9"/>
                    <a:pt x="5385" y="1"/>
                    <a:pt x="535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5">
              <a:extLst>
                <a:ext uri="{FF2B5EF4-FFF2-40B4-BE49-F238E27FC236}">
                  <a16:creationId xmlns:a16="http://schemas.microsoft.com/office/drawing/2014/main" id="{9A63B299-A37E-2D7E-CAE5-7669D1DC5BE3}"/>
                </a:ext>
              </a:extLst>
            </p:cNvPr>
            <p:cNvSpPr/>
            <p:nvPr/>
          </p:nvSpPr>
          <p:spPr>
            <a:xfrm>
              <a:off x="6467691" y="3889298"/>
              <a:ext cx="85123" cy="150541"/>
            </a:xfrm>
            <a:custGeom>
              <a:avLst/>
              <a:gdLst/>
              <a:ahLst/>
              <a:cxnLst/>
              <a:rect l="l" t="t" r="r" b="b"/>
              <a:pathLst>
                <a:path w="3240" h="5730" extrusionOk="0">
                  <a:moveTo>
                    <a:pt x="292" y="0"/>
                  </a:moveTo>
                  <a:cubicBezTo>
                    <a:pt x="133" y="0"/>
                    <a:pt x="1" y="132"/>
                    <a:pt x="1" y="292"/>
                  </a:cubicBezTo>
                  <a:lnTo>
                    <a:pt x="1" y="5730"/>
                  </a:lnTo>
                  <a:lnTo>
                    <a:pt x="3240" y="5730"/>
                  </a:lnTo>
                  <a:lnTo>
                    <a:pt x="3240" y="292"/>
                  </a:lnTo>
                  <a:cubicBezTo>
                    <a:pt x="3240" y="132"/>
                    <a:pt x="3108" y="0"/>
                    <a:pt x="29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5">
              <a:extLst>
                <a:ext uri="{FF2B5EF4-FFF2-40B4-BE49-F238E27FC236}">
                  <a16:creationId xmlns:a16="http://schemas.microsoft.com/office/drawing/2014/main" id="{46D35DBB-B211-407E-9C42-E96F1CD588BD}"/>
                </a:ext>
              </a:extLst>
            </p:cNvPr>
            <p:cNvSpPr/>
            <p:nvPr/>
          </p:nvSpPr>
          <p:spPr>
            <a:xfrm>
              <a:off x="6319908" y="3696721"/>
              <a:ext cx="373963" cy="165096"/>
            </a:xfrm>
            <a:custGeom>
              <a:avLst/>
              <a:gdLst/>
              <a:ahLst/>
              <a:cxnLst/>
              <a:rect l="l" t="t" r="r" b="b"/>
              <a:pathLst>
                <a:path w="14234" h="6284" extrusionOk="0">
                  <a:moveTo>
                    <a:pt x="7114" y="1"/>
                  </a:moveTo>
                  <a:cubicBezTo>
                    <a:pt x="7088" y="1"/>
                    <a:pt x="7062" y="9"/>
                    <a:pt x="7041" y="27"/>
                  </a:cubicBezTo>
                  <a:lnTo>
                    <a:pt x="77" y="6089"/>
                  </a:lnTo>
                  <a:cubicBezTo>
                    <a:pt x="1" y="6158"/>
                    <a:pt x="49" y="6283"/>
                    <a:pt x="153" y="6283"/>
                  </a:cubicBezTo>
                  <a:lnTo>
                    <a:pt x="1762" y="6283"/>
                  </a:lnTo>
                  <a:lnTo>
                    <a:pt x="7041" y="1691"/>
                  </a:lnTo>
                  <a:cubicBezTo>
                    <a:pt x="7062" y="1674"/>
                    <a:pt x="7088" y="1665"/>
                    <a:pt x="7114" y="1665"/>
                  </a:cubicBezTo>
                  <a:cubicBezTo>
                    <a:pt x="7140" y="1665"/>
                    <a:pt x="7166" y="1674"/>
                    <a:pt x="7186" y="1691"/>
                  </a:cubicBezTo>
                  <a:lnTo>
                    <a:pt x="12472" y="6283"/>
                  </a:lnTo>
                  <a:lnTo>
                    <a:pt x="14081" y="6283"/>
                  </a:lnTo>
                  <a:cubicBezTo>
                    <a:pt x="14185" y="6283"/>
                    <a:pt x="14234" y="6158"/>
                    <a:pt x="14150" y="6089"/>
                  </a:cubicBezTo>
                  <a:lnTo>
                    <a:pt x="7186" y="27"/>
                  </a:lnTo>
                  <a:cubicBezTo>
                    <a:pt x="7166" y="9"/>
                    <a:pt x="7140" y="1"/>
                    <a:pt x="71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5">
            <a:extLst>
              <a:ext uri="{FF2B5EF4-FFF2-40B4-BE49-F238E27FC236}">
                <a16:creationId xmlns:a16="http://schemas.microsoft.com/office/drawing/2014/main" id="{52616E1B-F1E9-FC15-F045-A097A4921574}"/>
              </a:ext>
            </a:extLst>
          </p:cNvPr>
          <p:cNvSpPr/>
          <p:nvPr/>
        </p:nvSpPr>
        <p:spPr>
          <a:xfrm>
            <a:off x="521525" y="1699594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5">
            <a:extLst>
              <a:ext uri="{FF2B5EF4-FFF2-40B4-BE49-F238E27FC236}">
                <a16:creationId xmlns:a16="http://schemas.microsoft.com/office/drawing/2014/main" id="{5499098C-B423-404D-D2AC-56F33803476B}"/>
              </a:ext>
            </a:extLst>
          </p:cNvPr>
          <p:cNvSpPr/>
          <p:nvPr/>
        </p:nvSpPr>
        <p:spPr>
          <a:xfrm rot="10800000">
            <a:off x="521875" y="1279905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35">
            <a:hlinkClick r:id="rId3" action="ppaction://hlinksldjump"/>
            <a:extLst>
              <a:ext uri="{FF2B5EF4-FFF2-40B4-BE49-F238E27FC236}">
                <a16:creationId xmlns:a16="http://schemas.microsoft.com/office/drawing/2014/main" id="{31A2B949-73F5-F92E-C572-29E3F4263009}"/>
              </a:ext>
            </a:extLst>
          </p:cNvPr>
          <p:cNvSpPr/>
          <p:nvPr/>
        </p:nvSpPr>
        <p:spPr>
          <a:xfrm>
            <a:off x="389425" y="820863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5" name="Google Shape;535;p35">
            <a:extLst>
              <a:ext uri="{FF2B5EF4-FFF2-40B4-BE49-F238E27FC236}">
                <a16:creationId xmlns:a16="http://schemas.microsoft.com/office/drawing/2014/main" id="{35C19263-0DB4-3D09-0862-B407EE6D89DA}"/>
              </a:ext>
            </a:extLst>
          </p:cNvPr>
          <p:cNvGrpSpPr/>
          <p:nvPr/>
        </p:nvGrpSpPr>
        <p:grpSpPr>
          <a:xfrm>
            <a:off x="521795" y="932476"/>
            <a:ext cx="189159" cy="120273"/>
            <a:chOff x="404850" y="546850"/>
            <a:chExt cx="181500" cy="115425"/>
          </a:xfrm>
        </p:grpSpPr>
        <p:cxnSp>
          <p:nvCxnSpPr>
            <p:cNvPr id="536" name="Google Shape;536;p35">
              <a:extLst>
                <a:ext uri="{FF2B5EF4-FFF2-40B4-BE49-F238E27FC236}">
                  <a16:creationId xmlns:a16="http://schemas.microsoft.com/office/drawing/2014/main" id="{DBF28F68-895E-167A-AEDA-42337FD8C72F}"/>
                </a:ext>
              </a:extLst>
            </p:cNvPr>
            <p:cNvCxnSpPr/>
            <p:nvPr/>
          </p:nvCxnSpPr>
          <p:spPr>
            <a:xfrm>
              <a:off x="404850" y="5468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7" name="Google Shape;537;p35">
              <a:extLst>
                <a:ext uri="{FF2B5EF4-FFF2-40B4-BE49-F238E27FC236}">
                  <a16:creationId xmlns:a16="http://schemas.microsoft.com/office/drawing/2014/main" id="{30E0038E-B7C9-4B06-3893-76E773CBF67A}"/>
                </a:ext>
              </a:extLst>
            </p:cNvPr>
            <p:cNvCxnSpPr/>
            <p:nvPr/>
          </p:nvCxnSpPr>
          <p:spPr>
            <a:xfrm>
              <a:off x="404850" y="6065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8" name="Google Shape;538;p35">
              <a:extLst>
                <a:ext uri="{FF2B5EF4-FFF2-40B4-BE49-F238E27FC236}">
                  <a16:creationId xmlns:a16="http://schemas.microsoft.com/office/drawing/2014/main" id="{B5FD4268-7CF4-FDBD-82F4-48727D668AE9}"/>
                </a:ext>
              </a:extLst>
            </p:cNvPr>
            <p:cNvCxnSpPr/>
            <p:nvPr/>
          </p:nvCxnSpPr>
          <p:spPr>
            <a:xfrm>
              <a:off x="404850" y="662275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" name="Google Shape;627;p37">
            <a:extLst>
              <a:ext uri="{FF2B5EF4-FFF2-40B4-BE49-F238E27FC236}">
                <a16:creationId xmlns:a16="http://schemas.microsoft.com/office/drawing/2014/main" id="{DD1BD62C-616E-B613-A021-5E8DC568BD82}"/>
              </a:ext>
            </a:extLst>
          </p:cNvPr>
          <p:cNvGrpSpPr/>
          <p:nvPr/>
        </p:nvGrpSpPr>
        <p:grpSpPr>
          <a:xfrm>
            <a:off x="3521219" y="3308790"/>
            <a:ext cx="2164547" cy="1315114"/>
            <a:chOff x="6011600" y="3557425"/>
            <a:chExt cx="696175" cy="422975"/>
          </a:xfrm>
        </p:grpSpPr>
        <p:sp>
          <p:nvSpPr>
            <p:cNvPr id="3" name="Google Shape;628;p37">
              <a:extLst>
                <a:ext uri="{FF2B5EF4-FFF2-40B4-BE49-F238E27FC236}">
                  <a16:creationId xmlns:a16="http://schemas.microsoft.com/office/drawing/2014/main" id="{7AD1D972-4BB4-FF3D-C16E-E418858AB8A3}"/>
                </a:ext>
              </a:extLst>
            </p:cNvPr>
            <p:cNvSpPr/>
            <p:nvPr/>
          </p:nvSpPr>
          <p:spPr>
            <a:xfrm>
              <a:off x="6011600" y="3557425"/>
              <a:ext cx="546575" cy="368575"/>
            </a:xfrm>
            <a:custGeom>
              <a:avLst/>
              <a:gdLst/>
              <a:ahLst/>
              <a:cxnLst/>
              <a:rect l="l" t="t" r="r" b="b"/>
              <a:pathLst>
                <a:path w="21863" h="14743" extrusionOk="0">
                  <a:moveTo>
                    <a:pt x="747" y="0"/>
                  </a:moveTo>
                  <a:cubicBezTo>
                    <a:pt x="336" y="0"/>
                    <a:pt x="0" y="339"/>
                    <a:pt x="0" y="754"/>
                  </a:cubicBezTo>
                  <a:lnTo>
                    <a:pt x="0" y="14743"/>
                  </a:lnTo>
                  <a:lnTo>
                    <a:pt x="21863" y="14743"/>
                  </a:lnTo>
                  <a:lnTo>
                    <a:pt x="21863" y="754"/>
                  </a:lnTo>
                  <a:cubicBezTo>
                    <a:pt x="21863" y="339"/>
                    <a:pt x="21528" y="0"/>
                    <a:pt x="211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29;p37">
              <a:extLst>
                <a:ext uri="{FF2B5EF4-FFF2-40B4-BE49-F238E27FC236}">
                  <a16:creationId xmlns:a16="http://schemas.microsoft.com/office/drawing/2014/main" id="{EEACB79C-463F-A554-BFF9-B753860C6E19}"/>
                </a:ext>
              </a:extLst>
            </p:cNvPr>
            <p:cNvSpPr/>
            <p:nvPr/>
          </p:nvSpPr>
          <p:spPr>
            <a:xfrm>
              <a:off x="6089100" y="3661950"/>
              <a:ext cx="391550" cy="264025"/>
            </a:xfrm>
            <a:custGeom>
              <a:avLst/>
              <a:gdLst/>
              <a:ahLst/>
              <a:cxnLst/>
              <a:rect l="l" t="t" r="r" b="b"/>
              <a:pathLst>
                <a:path w="15662" h="10561" extrusionOk="0">
                  <a:moveTo>
                    <a:pt x="536" y="1"/>
                  </a:moveTo>
                  <a:cubicBezTo>
                    <a:pt x="242" y="1"/>
                    <a:pt x="1" y="243"/>
                    <a:pt x="1" y="540"/>
                  </a:cubicBezTo>
                  <a:lnTo>
                    <a:pt x="1" y="10561"/>
                  </a:lnTo>
                  <a:lnTo>
                    <a:pt x="15662" y="10561"/>
                  </a:lnTo>
                  <a:lnTo>
                    <a:pt x="15662" y="540"/>
                  </a:lnTo>
                  <a:cubicBezTo>
                    <a:pt x="15662" y="244"/>
                    <a:pt x="15421" y="1"/>
                    <a:pt x="15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630;p37">
              <a:extLst>
                <a:ext uri="{FF2B5EF4-FFF2-40B4-BE49-F238E27FC236}">
                  <a16:creationId xmlns:a16="http://schemas.microsoft.com/office/drawing/2014/main" id="{3C6313B9-73F4-8801-EAEE-2164CA1CFCD9}"/>
                </a:ext>
              </a:extLst>
            </p:cNvPr>
            <p:cNvSpPr/>
            <p:nvPr/>
          </p:nvSpPr>
          <p:spPr>
            <a:xfrm>
              <a:off x="6030250" y="3557425"/>
              <a:ext cx="509275" cy="104550"/>
            </a:xfrm>
            <a:custGeom>
              <a:avLst/>
              <a:gdLst/>
              <a:ahLst/>
              <a:cxnLst/>
              <a:rect l="l" t="t" r="r" b="b"/>
              <a:pathLst>
                <a:path w="20371" h="4182" extrusionOk="0">
                  <a:moveTo>
                    <a:pt x="1" y="0"/>
                  </a:moveTo>
                  <a:lnTo>
                    <a:pt x="2890" y="4182"/>
                  </a:lnTo>
                  <a:lnTo>
                    <a:pt x="17481" y="4182"/>
                  </a:lnTo>
                  <a:lnTo>
                    <a:pt x="203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31;p37">
              <a:extLst>
                <a:ext uri="{FF2B5EF4-FFF2-40B4-BE49-F238E27FC236}">
                  <a16:creationId xmlns:a16="http://schemas.microsoft.com/office/drawing/2014/main" id="{2D3A4B4A-8C1E-33A7-D493-E31CA4122765}"/>
                </a:ext>
              </a:extLst>
            </p:cNvPr>
            <p:cNvSpPr/>
            <p:nvPr/>
          </p:nvSpPr>
          <p:spPr>
            <a:xfrm>
              <a:off x="6647895" y="3695172"/>
              <a:ext cx="42601" cy="230825"/>
            </a:xfrm>
            <a:custGeom>
              <a:avLst/>
              <a:gdLst/>
              <a:ahLst/>
              <a:cxnLst/>
              <a:rect l="l" t="t" r="r" b="b"/>
              <a:pathLst>
                <a:path w="1167" h="9233" extrusionOk="0">
                  <a:moveTo>
                    <a:pt x="0" y="1"/>
                  </a:moveTo>
                  <a:lnTo>
                    <a:pt x="0" y="9233"/>
                  </a:lnTo>
                  <a:lnTo>
                    <a:pt x="1167" y="9233"/>
                  </a:lnTo>
                  <a:lnTo>
                    <a:pt x="11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32;p37">
              <a:extLst>
                <a:ext uri="{FF2B5EF4-FFF2-40B4-BE49-F238E27FC236}">
                  <a16:creationId xmlns:a16="http://schemas.microsoft.com/office/drawing/2014/main" id="{0D298C01-9C48-0FDB-24BE-78636C391A13}"/>
                </a:ext>
              </a:extLst>
            </p:cNvPr>
            <p:cNvSpPr/>
            <p:nvPr/>
          </p:nvSpPr>
          <p:spPr>
            <a:xfrm>
              <a:off x="6657225" y="3706500"/>
              <a:ext cx="22125" cy="219475"/>
            </a:xfrm>
            <a:custGeom>
              <a:avLst/>
              <a:gdLst/>
              <a:ahLst/>
              <a:cxnLst/>
              <a:rect l="l" t="t" r="r" b="b"/>
              <a:pathLst>
                <a:path w="885" h="8779" extrusionOk="0">
                  <a:moveTo>
                    <a:pt x="1" y="1"/>
                  </a:moveTo>
                  <a:lnTo>
                    <a:pt x="1" y="8779"/>
                  </a:lnTo>
                  <a:lnTo>
                    <a:pt x="885" y="877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33;p37">
              <a:extLst>
                <a:ext uri="{FF2B5EF4-FFF2-40B4-BE49-F238E27FC236}">
                  <a16:creationId xmlns:a16="http://schemas.microsoft.com/office/drawing/2014/main" id="{183332C1-EBF4-A2CE-B228-4B3A4EC68061}"/>
                </a:ext>
              </a:extLst>
            </p:cNvPr>
            <p:cNvSpPr/>
            <p:nvPr/>
          </p:nvSpPr>
          <p:spPr>
            <a:xfrm>
              <a:off x="6397550" y="3712025"/>
              <a:ext cx="275275" cy="17700"/>
            </a:xfrm>
            <a:custGeom>
              <a:avLst/>
              <a:gdLst/>
              <a:ahLst/>
              <a:cxnLst/>
              <a:rect l="l" t="t" r="r" b="b"/>
              <a:pathLst>
                <a:path w="11011" h="708" extrusionOk="0">
                  <a:moveTo>
                    <a:pt x="1" y="1"/>
                  </a:moveTo>
                  <a:lnTo>
                    <a:pt x="1" y="708"/>
                  </a:lnTo>
                  <a:lnTo>
                    <a:pt x="11011" y="708"/>
                  </a:lnTo>
                  <a:lnTo>
                    <a:pt x="1101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34;p37">
              <a:extLst>
                <a:ext uri="{FF2B5EF4-FFF2-40B4-BE49-F238E27FC236}">
                  <a16:creationId xmlns:a16="http://schemas.microsoft.com/office/drawing/2014/main" id="{0773E548-2538-0ED6-D69A-ED1B39F4D1D1}"/>
                </a:ext>
              </a:extLst>
            </p:cNvPr>
            <p:cNvSpPr/>
            <p:nvPr/>
          </p:nvSpPr>
          <p:spPr>
            <a:xfrm>
              <a:off x="6655550" y="3709775"/>
              <a:ext cx="24125" cy="24125"/>
            </a:xfrm>
            <a:custGeom>
              <a:avLst/>
              <a:gdLst/>
              <a:ahLst/>
              <a:cxnLst/>
              <a:rect l="l" t="t" r="r" b="b"/>
              <a:pathLst>
                <a:path w="965" h="965" extrusionOk="0">
                  <a:moveTo>
                    <a:pt x="482" y="1"/>
                  </a:moveTo>
                  <a:cubicBezTo>
                    <a:pt x="216" y="1"/>
                    <a:pt x="0" y="216"/>
                    <a:pt x="0" y="483"/>
                  </a:cubicBezTo>
                  <a:cubicBezTo>
                    <a:pt x="0" y="749"/>
                    <a:pt x="216" y="965"/>
                    <a:pt x="482" y="965"/>
                  </a:cubicBezTo>
                  <a:cubicBezTo>
                    <a:pt x="748" y="965"/>
                    <a:pt x="964" y="749"/>
                    <a:pt x="964" y="483"/>
                  </a:cubicBezTo>
                  <a:cubicBezTo>
                    <a:pt x="964" y="216"/>
                    <a:pt x="748" y="1"/>
                    <a:pt x="4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35;p37">
              <a:extLst>
                <a:ext uri="{FF2B5EF4-FFF2-40B4-BE49-F238E27FC236}">
                  <a16:creationId xmlns:a16="http://schemas.microsoft.com/office/drawing/2014/main" id="{225EB110-1634-5479-DDCC-D4F131FBBB0E}"/>
                </a:ext>
              </a:extLst>
            </p:cNvPr>
            <p:cNvSpPr/>
            <p:nvPr/>
          </p:nvSpPr>
          <p:spPr>
            <a:xfrm>
              <a:off x="6595075" y="3717675"/>
              <a:ext cx="35800" cy="5950"/>
            </a:xfrm>
            <a:custGeom>
              <a:avLst/>
              <a:gdLst/>
              <a:ahLst/>
              <a:cxnLst/>
              <a:rect l="l" t="t" r="r" b="b"/>
              <a:pathLst>
                <a:path w="1432" h="238" extrusionOk="0">
                  <a:moveTo>
                    <a:pt x="0" y="1"/>
                  </a:moveTo>
                  <a:lnTo>
                    <a:pt x="0" y="237"/>
                  </a:lnTo>
                  <a:lnTo>
                    <a:pt x="1431" y="237"/>
                  </a:lnTo>
                  <a:lnTo>
                    <a:pt x="1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36;p37">
              <a:extLst>
                <a:ext uri="{FF2B5EF4-FFF2-40B4-BE49-F238E27FC236}">
                  <a16:creationId xmlns:a16="http://schemas.microsoft.com/office/drawing/2014/main" id="{B493857A-A453-D51D-31DD-3DC687ECCB1D}"/>
                </a:ext>
              </a:extLst>
            </p:cNvPr>
            <p:cNvSpPr/>
            <p:nvPr/>
          </p:nvSpPr>
          <p:spPr>
            <a:xfrm>
              <a:off x="6549650" y="3717675"/>
              <a:ext cx="35800" cy="5950"/>
            </a:xfrm>
            <a:custGeom>
              <a:avLst/>
              <a:gdLst/>
              <a:ahLst/>
              <a:cxnLst/>
              <a:rect l="l" t="t" r="r" b="b"/>
              <a:pathLst>
                <a:path w="1432" h="238" extrusionOk="0">
                  <a:moveTo>
                    <a:pt x="1" y="1"/>
                  </a:moveTo>
                  <a:lnTo>
                    <a:pt x="1" y="237"/>
                  </a:lnTo>
                  <a:lnTo>
                    <a:pt x="1432" y="237"/>
                  </a:lnTo>
                  <a:lnTo>
                    <a:pt x="14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37;p37">
              <a:extLst>
                <a:ext uri="{FF2B5EF4-FFF2-40B4-BE49-F238E27FC236}">
                  <a16:creationId xmlns:a16="http://schemas.microsoft.com/office/drawing/2014/main" id="{130B7B36-03ED-CA2E-E62B-8CF321B94870}"/>
                </a:ext>
              </a:extLst>
            </p:cNvPr>
            <p:cNvSpPr/>
            <p:nvPr/>
          </p:nvSpPr>
          <p:spPr>
            <a:xfrm>
              <a:off x="6504200" y="3717675"/>
              <a:ext cx="35775" cy="5950"/>
            </a:xfrm>
            <a:custGeom>
              <a:avLst/>
              <a:gdLst/>
              <a:ahLst/>
              <a:cxnLst/>
              <a:rect l="l" t="t" r="r" b="b"/>
              <a:pathLst>
                <a:path w="1431" h="238" extrusionOk="0">
                  <a:moveTo>
                    <a:pt x="0" y="1"/>
                  </a:moveTo>
                  <a:lnTo>
                    <a:pt x="0" y="237"/>
                  </a:lnTo>
                  <a:lnTo>
                    <a:pt x="1431" y="237"/>
                  </a:lnTo>
                  <a:lnTo>
                    <a:pt x="1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38;p37">
              <a:extLst>
                <a:ext uri="{FF2B5EF4-FFF2-40B4-BE49-F238E27FC236}">
                  <a16:creationId xmlns:a16="http://schemas.microsoft.com/office/drawing/2014/main" id="{200BEB78-F4DF-0ED0-66A8-1C26B196211A}"/>
                </a:ext>
              </a:extLst>
            </p:cNvPr>
            <p:cNvSpPr/>
            <p:nvPr/>
          </p:nvSpPr>
          <p:spPr>
            <a:xfrm>
              <a:off x="6458750" y="3717675"/>
              <a:ext cx="35800" cy="5950"/>
            </a:xfrm>
            <a:custGeom>
              <a:avLst/>
              <a:gdLst/>
              <a:ahLst/>
              <a:cxnLst/>
              <a:rect l="l" t="t" r="r" b="b"/>
              <a:pathLst>
                <a:path w="1432" h="238" extrusionOk="0">
                  <a:moveTo>
                    <a:pt x="1" y="1"/>
                  </a:moveTo>
                  <a:lnTo>
                    <a:pt x="1" y="237"/>
                  </a:lnTo>
                  <a:lnTo>
                    <a:pt x="1431" y="237"/>
                  </a:lnTo>
                  <a:lnTo>
                    <a:pt x="1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39;p37">
              <a:extLst>
                <a:ext uri="{FF2B5EF4-FFF2-40B4-BE49-F238E27FC236}">
                  <a16:creationId xmlns:a16="http://schemas.microsoft.com/office/drawing/2014/main" id="{D49AC9F9-AA6B-EDDE-9008-5519AAF5B6B6}"/>
                </a:ext>
              </a:extLst>
            </p:cNvPr>
            <p:cNvSpPr/>
            <p:nvPr/>
          </p:nvSpPr>
          <p:spPr>
            <a:xfrm>
              <a:off x="6413350" y="3717675"/>
              <a:ext cx="35775" cy="5950"/>
            </a:xfrm>
            <a:custGeom>
              <a:avLst/>
              <a:gdLst/>
              <a:ahLst/>
              <a:cxnLst/>
              <a:rect l="l" t="t" r="r" b="b"/>
              <a:pathLst>
                <a:path w="1431" h="238" extrusionOk="0">
                  <a:moveTo>
                    <a:pt x="0" y="1"/>
                  </a:moveTo>
                  <a:lnTo>
                    <a:pt x="0" y="237"/>
                  </a:lnTo>
                  <a:lnTo>
                    <a:pt x="1431" y="237"/>
                  </a:lnTo>
                  <a:lnTo>
                    <a:pt x="1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40;p37">
              <a:extLst>
                <a:ext uri="{FF2B5EF4-FFF2-40B4-BE49-F238E27FC236}">
                  <a16:creationId xmlns:a16="http://schemas.microsoft.com/office/drawing/2014/main" id="{1C481C90-D853-F214-2FD1-394AB7559EBE}"/>
                </a:ext>
              </a:extLst>
            </p:cNvPr>
            <p:cNvSpPr/>
            <p:nvPr/>
          </p:nvSpPr>
          <p:spPr>
            <a:xfrm>
              <a:off x="6631100" y="3899525"/>
              <a:ext cx="76675" cy="26450"/>
            </a:xfrm>
            <a:custGeom>
              <a:avLst/>
              <a:gdLst/>
              <a:ahLst/>
              <a:cxnLst/>
              <a:rect l="l" t="t" r="r" b="b"/>
              <a:pathLst>
                <a:path w="3067" h="1058" extrusionOk="0">
                  <a:moveTo>
                    <a:pt x="0" y="0"/>
                  </a:moveTo>
                  <a:lnTo>
                    <a:pt x="0" y="1058"/>
                  </a:lnTo>
                  <a:lnTo>
                    <a:pt x="3066" y="1058"/>
                  </a:lnTo>
                  <a:lnTo>
                    <a:pt x="30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41;p37">
              <a:extLst>
                <a:ext uri="{FF2B5EF4-FFF2-40B4-BE49-F238E27FC236}">
                  <a16:creationId xmlns:a16="http://schemas.microsoft.com/office/drawing/2014/main" id="{F649CA7F-809A-A906-6641-40B6279C366F}"/>
                </a:ext>
              </a:extLst>
            </p:cNvPr>
            <p:cNvSpPr/>
            <p:nvPr/>
          </p:nvSpPr>
          <p:spPr>
            <a:xfrm>
              <a:off x="6625350" y="3899525"/>
              <a:ext cx="76675" cy="26450"/>
            </a:xfrm>
            <a:custGeom>
              <a:avLst/>
              <a:gdLst/>
              <a:ahLst/>
              <a:cxnLst/>
              <a:rect l="l" t="t" r="r" b="b"/>
              <a:pathLst>
                <a:path w="3067" h="1058" extrusionOk="0">
                  <a:moveTo>
                    <a:pt x="0" y="0"/>
                  </a:moveTo>
                  <a:lnTo>
                    <a:pt x="0" y="1058"/>
                  </a:lnTo>
                  <a:lnTo>
                    <a:pt x="3066" y="1058"/>
                  </a:lnTo>
                  <a:lnTo>
                    <a:pt x="3066" y="0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42;p37">
              <a:extLst>
                <a:ext uri="{FF2B5EF4-FFF2-40B4-BE49-F238E27FC236}">
                  <a16:creationId xmlns:a16="http://schemas.microsoft.com/office/drawing/2014/main" id="{192A91CE-2DB6-91B3-FA8D-96B1667CE281}"/>
                </a:ext>
              </a:extLst>
            </p:cNvPr>
            <p:cNvSpPr/>
            <p:nvPr/>
          </p:nvSpPr>
          <p:spPr>
            <a:xfrm>
              <a:off x="6679025" y="3899550"/>
              <a:ext cx="23000" cy="16825"/>
            </a:xfrm>
            <a:custGeom>
              <a:avLst/>
              <a:gdLst/>
              <a:ahLst/>
              <a:cxnLst/>
              <a:rect l="l" t="t" r="r" b="b"/>
              <a:pathLst>
                <a:path w="920" h="673" extrusionOk="0">
                  <a:moveTo>
                    <a:pt x="0" y="0"/>
                  </a:moveTo>
                  <a:lnTo>
                    <a:pt x="919" y="673"/>
                  </a:lnTo>
                  <a:lnTo>
                    <a:pt x="919" y="379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43;p37">
              <a:extLst>
                <a:ext uri="{FF2B5EF4-FFF2-40B4-BE49-F238E27FC236}">
                  <a16:creationId xmlns:a16="http://schemas.microsoft.com/office/drawing/2014/main" id="{AE6E557D-4D2A-ED8C-5D69-D99CB10D65A8}"/>
                </a:ext>
              </a:extLst>
            </p:cNvPr>
            <p:cNvSpPr/>
            <p:nvPr/>
          </p:nvSpPr>
          <p:spPr>
            <a:xfrm>
              <a:off x="6654400" y="3899550"/>
              <a:ext cx="46175" cy="26450"/>
            </a:xfrm>
            <a:custGeom>
              <a:avLst/>
              <a:gdLst/>
              <a:ahLst/>
              <a:cxnLst/>
              <a:rect l="l" t="t" r="r" b="b"/>
              <a:pathLst>
                <a:path w="1847" h="1058" extrusionOk="0">
                  <a:moveTo>
                    <a:pt x="1" y="0"/>
                  </a:moveTo>
                  <a:lnTo>
                    <a:pt x="1444" y="1058"/>
                  </a:lnTo>
                  <a:lnTo>
                    <a:pt x="1846" y="1058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44;p37">
              <a:extLst>
                <a:ext uri="{FF2B5EF4-FFF2-40B4-BE49-F238E27FC236}">
                  <a16:creationId xmlns:a16="http://schemas.microsoft.com/office/drawing/2014/main" id="{8FBF1984-3972-C83C-3D74-DB5C66EC82E8}"/>
                </a:ext>
              </a:extLst>
            </p:cNvPr>
            <p:cNvSpPr/>
            <p:nvPr/>
          </p:nvSpPr>
          <p:spPr>
            <a:xfrm>
              <a:off x="6632525" y="3899550"/>
              <a:ext cx="46150" cy="26450"/>
            </a:xfrm>
            <a:custGeom>
              <a:avLst/>
              <a:gdLst/>
              <a:ahLst/>
              <a:cxnLst/>
              <a:rect l="l" t="t" r="r" b="b"/>
              <a:pathLst>
                <a:path w="1846" h="1058" extrusionOk="0">
                  <a:moveTo>
                    <a:pt x="0" y="0"/>
                  </a:moveTo>
                  <a:lnTo>
                    <a:pt x="1445" y="1058"/>
                  </a:lnTo>
                  <a:lnTo>
                    <a:pt x="1846" y="1058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45;p37">
              <a:extLst>
                <a:ext uri="{FF2B5EF4-FFF2-40B4-BE49-F238E27FC236}">
                  <a16:creationId xmlns:a16="http://schemas.microsoft.com/office/drawing/2014/main" id="{3BAAAEB4-7F7B-2ECC-C10B-CB54C519E5ED}"/>
                </a:ext>
              </a:extLst>
            </p:cNvPr>
            <p:cNvSpPr/>
            <p:nvPr/>
          </p:nvSpPr>
          <p:spPr>
            <a:xfrm>
              <a:off x="6625300" y="3904950"/>
              <a:ext cx="28750" cy="21050"/>
            </a:xfrm>
            <a:custGeom>
              <a:avLst/>
              <a:gdLst/>
              <a:ahLst/>
              <a:cxnLst/>
              <a:rect l="l" t="t" r="r" b="b"/>
              <a:pathLst>
                <a:path w="1150" h="842" extrusionOk="0">
                  <a:moveTo>
                    <a:pt x="0" y="1"/>
                  </a:moveTo>
                  <a:lnTo>
                    <a:pt x="0" y="295"/>
                  </a:lnTo>
                  <a:lnTo>
                    <a:pt x="749" y="842"/>
                  </a:lnTo>
                  <a:lnTo>
                    <a:pt x="1150" y="8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46;p37">
              <a:extLst>
                <a:ext uri="{FF2B5EF4-FFF2-40B4-BE49-F238E27FC236}">
                  <a16:creationId xmlns:a16="http://schemas.microsoft.com/office/drawing/2014/main" id="{EBCA15F9-0EDF-EBDF-3EED-438FC7DB9C2C}"/>
                </a:ext>
              </a:extLst>
            </p:cNvPr>
            <p:cNvSpPr/>
            <p:nvPr/>
          </p:nvSpPr>
          <p:spPr>
            <a:xfrm>
              <a:off x="6132275" y="3899875"/>
              <a:ext cx="42625" cy="80525"/>
            </a:xfrm>
            <a:custGeom>
              <a:avLst/>
              <a:gdLst/>
              <a:ahLst/>
              <a:cxnLst/>
              <a:rect l="l" t="t" r="r" b="b"/>
              <a:pathLst>
                <a:path w="1705" h="3221" extrusionOk="0">
                  <a:moveTo>
                    <a:pt x="26" y="1"/>
                  </a:moveTo>
                  <a:cubicBezTo>
                    <a:pt x="13" y="1"/>
                    <a:pt x="1" y="11"/>
                    <a:pt x="1" y="24"/>
                  </a:cubicBezTo>
                  <a:lnTo>
                    <a:pt x="1" y="3196"/>
                  </a:lnTo>
                  <a:cubicBezTo>
                    <a:pt x="1" y="3210"/>
                    <a:pt x="11" y="3221"/>
                    <a:pt x="26" y="3221"/>
                  </a:cubicBezTo>
                  <a:lnTo>
                    <a:pt x="1679" y="3221"/>
                  </a:lnTo>
                  <a:cubicBezTo>
                    <a:pt x="1693" y="3221"/>
                    <a:pt x="1704" y="3210"/>
                    <a:pt x="1704" y="3196"/>
                  </a:cubicBezTo>
                  <a:lnTo>
                    <a:pt x="1704" y="24"/>
                  </a:lnTo>
                  <a:cubicBezTo>
                    <a:pt x="1704" y="12"/>
                    <a:pt x="1694" y="1"/>
                    <a:pt x="16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47;p37">
              <a:extLst>
                <a:ext uri="{FF2B5EF4-FFF2-40B4-BE49-F238E27FC236}">
                  <a16:creationId xmlns:a16="http://schemas.microsoft.com/office/drawing/2014/main" id="{C7B9190A-DA2C-2B21-B90D-8206C97C141F}"/>
                </a:ext>
              </a:extLst>
            </p:cNvPr>
            <p:cNvSpPr/>
            <p:nvPr/>
          </p:nvSpPr>
          <p:spPr>
            <a:xfrm>
              <a:off x="6389875" y="3899875"/>
              <a:ext cx="42600" cy="80525"/>
            </a:xfrm>
            <a:custGeom>
              <a:avLst/>
              <a:gdLst/>
              <a:ahLst/>
              <a:cxnLst/>
              <a:rect l="l" t="t" r="r" b="b"/>
              <a:pathLst>
                <a:path w="1704" h="3221" extrusionOk="0">
                  <a:moveTo>
                    <a:pt x="26" y="1"/>
                  </a:moveTo>
                  <a:cubicBezTo>
                    <a:pt x="12" y="1"/>
                    <a:pt x="1" y="11"/>
                    <a:pt x="1" y="24"/>
                  </a:cubicBezTo>
                  <a:lnTo>
                    <a:pt x="1" y="3196"/>
                  </a:lnTo>
                  <a:cubicBezTo>
                    <a:pt x="1" y="3210"/>
                    <a:pt x="11" y="3221"/>
                    <a:pt x="26" y="3221"/>
                  </a:cubicBezTo>
                  <a:lnTo>
                    <a:pt x="1679" y="3221"/>
                  </a:lnTo>
                  <a:cubicBezTo>
                    <a:pt x="1692" y="3221"/>
                    <a:pt x="1703" y="3210"/>
                    <a:pt x="1703" y="3196"/>
                  </a:cubicBezTo>
                  <a:lnTo>
                    <a:pt x="1703" y="24"/>
                  </a:lnTo>
                  <a:cubicBezTo>
                    <a:pt x="1703" y="12"/>
                    <a:pt x="1693" y="1"/>
                    <a:pt x="16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48;p37">
              <a:extLst>
                <a:ext uri="{FF2B5EF4-FFF2-40B4-BE49-F238E27FC236}">
                  <a16:creationId xmlns:a16="http://schemas.microsoft.com/office/drawing/2014/main" id="{F9E7564F-1E14-F6B1-DD1D-E18AFB1F2C88}"/>
                </a:ext>
              </a:extLst>
            </p:cNvPr>
            <p:cNvSpPr/>
            <p:nvPr/>
          </p:nvSpPr>
          <p:spPr>
            <a:xfrm>
              <a:off x="6143500" y="3742725"/>
              <a:ext cx="284050" cy="96550"/>
            </a:xfrm>
            <a:custGeom>
              <a:avLst/>
              <a:gdLst/>
              <a:ahLst/>
              <a:cxnLst/>
              <a:rect l="l" t="t" r="r" b="b"/>
              <a:pathLst>
                <a:path w="11362" h="3862" extrusionOk="0">
                  <a:moveTo>
                    <a:pt x="2822" y="0"/>
                  </a:moveTo>
                  <a:cubicBezTo>
                    <a:pt x="1902" y="0"/>
                    <a:pt x="1091" y="543"/>
                    <a:pt x="832" y="1328"/>
                  </a:cubicBezTo>
                  <a:lnTo>
                    <a:pt x="1" y="3861"/>
                  </a:lnTo>
                  <a:lnTo>
                    <a:pt x="11361" y="3861"/>
                  </a:lnTo>
                  <a:lnTo>
                    <a:pt x="10531" y="1328"/>
                  </a:lnTo>
                  <a:cubicBezTo>
                    <a:pt x="10272" y="540"/>
                    <a:pt x="9462" y="0"/>
                    <a:pt x="85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49;p37">
              <a:extLst>
                <a:ext uri="{FF2B5EF4-FFF2-40B4-BE49-F238E27FC236}">
                  <a16:creationId xmlns:a16="http://schemas.microsoft.com/office/drawing/2014/main" id="{21D7375C-CA33-47B7-83C9-A8F476BE6093}"/>
                </a:ext>
              </a:extLst>
            </p:cNvPr>
            <p:cNvSpPr/>
            <p:nvPr/>
          </p:nvSpPr>
          <p:spPr>
            <a:xfrm>
              <a:off x="6160100" y="3758900"/>
              <a:ext cx="250850" cy="91550"/>
            </a:xfrm>
            <a:custGeom>
              <a:avLst/>
              <a:gdLst/>
              <a:ahLst/>
              <a:cxnLst/>
              <a:rect l="l" t="t" r="r" b="b"/>
              <a:pathLst>
                <a:path w="10034" h="3662" extrusionOk="0">
                  <a:moveTo>
                    <a:pt x="1905" y="0"/>
                  </a:moveTo>
                  <a:cubicBezTo>
                    <a:pt x="1441" y="0"/>
                    <a:pt x="1030" y="295"/>
                    <a:pt x="899" y="721"/>
                  </a:cubicBezTo>
                  <a:lnTo>
                    <a:pt x="0" y="3661"/>
                  </a:lnTo>
                  <a:lnTo>
                    <a:pt x="10034" y="3661"/>
                  </a:lnTo>
                  <a:lnTo>
                    <a:pt x="9136" y="721"/>
                  </a:lnTo>
                  <a:cubicBezTo>
                    <a:pt x="9005" y="293"/>
                    <a:pt x="8596" y="0"/>
                    <a:pt x="81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50;p37">
              <a:extLst>
                <a:ext uri="{FF2B5EF4-FFF2-40B4-BE49-F238E27FC236}">
                  <a16:creationId xmlns:a16="http://schemas.microsoft.com/office/drawing/2014/main" id="{59D0692D-6AEB-54D9-8220-AC3010FAE2AB}"/>
                </a:ext>
              </a:extLst>
            </p:cNvPr>
            <p:cNvSpPr/>
            <p:nvPr/>
          </p:nvSpPr>
          <p:spPr>
            <a:xfrm>
              <a:off x="6114100" y="3834075"/>
              <a:ext cx="342400" cy="103425"/>
            </a:xfrm>
            <a:custGeom>
              <a:avLst/>
              <a:gdLst/>
              <a:ahLst/>
              <a:cxnLst/>
              <a:rect l="l" t="t" r="r" b="b"/>
              <a:pathLst>
                <a:path w="13696" h="4137" extrusionOk="0">
                  <a:moveTo>
                    <a:pt x="1661" y="0"/>
                  </a:moveTo>
                  <a:cubicBezTo>
                    <a:pt x="832" y="0"/>
                    <a:pt x="158" y="668"/>
                    <a:pt x="158" y="1490"/>
                  </a:cubicBezTo>
                  <a:lnTo>
                    <a:pt x="0" y="4137"/>
                  </a:lnTo>
                  <a:lnTo>
                    <a:pt x="13695" y="4137"/>
                  </a:lnTo>
                  <a:lnTo>
                    <a:pt x="13536" y="1490"/>
                  </a:lnTo>
                  <a:cubicBezTo>
                    <a:pt x="13536" y="668"/>
                    <a:pt x="12863" y="0"/>
                    <a:pt x="12032" y="0"/>
                  </a:cubicBezTo>
                  <a:close/>
                </a:path>
              </a:pathLst>
            </a:custGeom>
            <a:solidFill>
              <a:srgbClr val="EE37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51;p37">
              <a:extLst>
                <a:ext uri="{FF2B5EF4-FFF2-40B4-BE49-F238E27FC236}">
                  <a16:creationId xmlns:a16="http://schemas.microsoft.com/office/drawing/2014/main" id="{C0093FC1-CCDF-9DBD-6817-C194B454CBF6}"/>
                </a:ext>
              </a:extLst>
            </p:cNvPr>
            <p:cNvSpPr/>
            <p:nvPr/>
          </p:nvSpPr>
          <p:spPr>
            <a:xfrm>
              <a:off x="6114100" y="3834075"/>
              <a:ext cx="342400" cy="103425"/>
            </a:xfrm>
            <a:custGeom>
              <a:avLst/>
              <a:gdLst/>
              <a:ahLst/>
              <a:cxnLst/>
              <a:rect l="l" t="t" r="r" b="b"/>
              <a:pathLst>
                <a:path w="13696" h="4137" extrusionOk="0">
                  <a:moveTo>
                    <a:pt x="1661" y="0"/>
                  </a:moveTo>
                  <a:cubicBezTo>
                    <a:pt x="832" y="0"/>
                    <a:pt x="158" y="668"/>
                    <a:pt x="158" y="1490"/>
                  </a:cubicBezTo>
                  <a:lnTo>
                    <a:pt x="0" y="4137"/>
                  </a:lnTo>
                  <a:lnTo>
                    <a:pt x="13695" y="4137"/>
                  </a:lnTo>
                  <a:lnTo>
                    <a:pt x="13536" y="1490"/>
                  </a:lnTo>
                  <a:cubicBezTo>
                    <a:pt x="13536" y="668"/>
                    <a:pt x="12863" y="0"/>
                    <a:pt x="12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52;p37">
              <a:extLst>
                <a:ext uri="{FF2B5EF4-FFF2-40B4-BE49-F238E27FC236}">
                  <a16:creationId xmlns:a16="http://schemas.microsoft.com/office/drawing/2014/main" id="{397884C0-6225-234C-6AD5-67C5B853C657}"/>
                </a:ext>
              </a:extLst>
            </p:cNvPr>
            <p:cNvSpPr/>
            <p:nvPr/>
          </p:nvSpPr>
          <p:spPr>
            <a:xfrm>
              <a:off x="6204575" y="3907700"/>
              <a:ext cx="168450" cy="27525"/>
            </a:xfrm>
            <a:custGeom>
              <a:avLst/>
              <a:gdLst/>
              <a:ahLst/>
              <a:cxnLst/>
              <a:rect l="l" t="t" r="r" b="b"/>
              <a:pathLst>
                <a:path w="6738" h="1101" extrusionOk="0">
                  <a:moveTo>
                    <a:pt x="1762" y="1"/>
                  </a:moveTo>
                  <a:cubicBezTo>
                    <a:pt x="1253" y="1"/>
                    <a:pt x="769" y="219"/>
                    <a:pt x="436" y="602"/>
                  </a:cubicBezTo>
                  <a:lnTo>
                    <a:pt x="1" y="1101"/>
                  </a:lnTo>
                  <a:lnTo>
                    <a:pt x="6738" y="1101"/>
                  </a:lnTo>
                  <a:lnTo>
                    <a:pt x="6092" y="486"/>
                  </a:lnTo>
                  <a:cubicBezTo>
                    <a:pt x="5765" y="175"/>
                    <a:pt x="5330" y="1"/>
                    <a:pt x="48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53;p37">
              <a:extLst>
                <a:ext uri="{FF2B5EF4-FFF2-40B4-BE49-F238E27FC236}">
                  <a16:creationId xmlns:a16="http://schemas.microsoft.com/office/drawing/2014/main" id="{45E83E10-FDCB-1F2F-21A3-376FCE7D1CB8}"/>
                </a:ext>
              </a:extLst>
            </p:cNvPr>
            <p:cNvSpPr/>
            <p:nvPr/>
          </p:nvSpPr>
          <p:spPr>
            <a:xfrm>
              <a:off x="6122275" y="3834075"/>
              <a:ext cx="325875" cy="53450"/>
            </a:xfrm>
            <a:custGeom>
              <a:avLst/>
              <a:gdLst/>
              <a:ahLst/>
              <a:cxnLst/>
              <a:rect l="l" t="t" r="r" b="b"/>
              <a:pathLst>
                <a:path w="13035" h="2138" extrusionOk="0">
                  <a:moveTo>
                    <a:pt x="1334" y="0"/>
                  </a:moveTo>
                  <a:cubicBezTo>
                    <a:pt x="753" y="0"/>
                    <a:pt x="251" y="327"/>
                    <a:pt x="1" y="805"/>
                  </a:cubicBezTo>
                  <a:cubicBezTo>
                    <a:pt x="193" y="766"/>
                    <a:pt x="687" y="683"/>
                    <a:pt x="1246" y="683"/>
                  </a:cubicBezTo>
                  <a:cubicBezTo>
                    <a:pt x="1937" y="683"/>
                    <a:pt x="2726" y="809"/>
                    <a:pt x="3168" y="1297"/>
                  </a:cubicBezTo>
                  <a:cubicBezTo>
                    <a:pt x="3667" y="1849"/>
                    <a:pt x="5108" y="2137"/>
                    <a:pt x="6553" y="2137"/>
                  </a:cubicBezTo>
                  <a:cubicBezTo>
                    <a:pt x="7957" y="2137"/>
                    <a:pt x="9365" y="1865"/>
                    <a:pt x="9917" y="1297"/>
                  </a:cubicBezTo>
                  <a:cubicBezTo>
                    <a:pt x="10383" y="817"/>
                    <a:pt x="11193" y="695"/>
                    <a:pt x="11887" y="695"/>
                  </a:cubicBezTo>
                  <a:cubicBezTo>
                    <a:pt x="12387" y="695"/>
                    <a:pt x="12826" y="758"/>
                    <a:pt x="13035" y="797"/>
                  </a:cubicBezTo>
                  <a:cubicBezTo>
                    <a:pt x="12784" y="323"/>
                    <a:pt x="12283" y="0"/>
                    <a:pt x="117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54;p37">
              <a:extLst>
                <a:ext uri="{FF2B5EF4-FFF2-40B4-BE49-F238E27FC236}">
                  <a16:creationId xmlns:a16="http://schemas.microsoft.com/office/drawing/2014/main" id="{02E1E31C-9A7E-DA39-8D1D-E4E1D6AE3740}"/>
                </a:ext>
              </a:extLst>
            </p:cNvPr>
            <p:cNvSpPr/>
            <p:nvPr/>
          </p:nvSpPr>
          <p:spPr>
            <a:xfrm>
              <a:off x="6131875" y="3860350"/>
              <a:ext cx="65150" cy="36025"/>
            </a:xfrm>
            <a:custGeom>
              <a:avLst/>
              <a:gdLst/>
              <a:ahLst/>
              <a:cxnLst/>
              <a:rect l="l" t="t" r="r" b="b"/>
              <a:pathLst>
                <a:path w="2606" h="1441" extrusionOk="0">
                  <a:moveTo>
                    <a:pt x="845" y="0"/>
                  </a:moveTo>
                  <a:cubicBezTo>
                    <a:pt x="568" y="0"/>
                    <a:pt x="437" y="241"/>
                    <a:pt x="437" y="241"/>
                  </a:cubicBezTo>
                  <a:cubicBezTo>
                    <a:pt x="0" y="1066"/>
                    <a:pt x="1027" y="1322"/>
                    <a:pt x="1515" y="1412"/>
                  </a:cubicBezTo>
                  <a:cubicBezTo>
                    <a:pt x="1619" y="1431"/>
                    <a:pt x="1728" y="1441"/>
                    <a:pt x="1834" y="1441"/>
                  </a:cubicBezTo>
                  <a:cubicBezTo>
                    <a:pt x="2225" y="1441"/>
                    <a:pt x="2584" y="1301"/>
                    <a:pt x="2593" y="941"/>
                  </a:cubicBezTo>
                  <a:cubicBezTo>
                    <a:pt x="2606" y="483"/>
                    <a:pt x="1388" y="138"/>
                    <a:pt x="1002" y="24"/>
                  </a:cubicBezTo>
                  <a:cubicBezTo>
                    <a:pt x="945" y="7"/>
                    <a:pt x="893" y="0"/>
                    <a:pt x="8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55;p37">
              <a:extLst>
                <a:ext uri="{FF2B5EF4-FFF2-40B4-BE49-F238E27FC236}">
                  <a16:creationId xmlns:a16="http://schemas.microsoft.com/office/drawing/2014/main" id="{68EA5566-27A8-9C50-B864-2B88E2DEC938}"/>
                </a:ext>
              </a:extLst>
            </p:cNvPr>
            <p:cNvSpPr/>
            <p:nvPr/>
          </p:nvSpPr>
          <p:spPr>
            <a:xfrm>
              <a:off x="6370650" y="3860350"/>
              <a:ext cx="65150" cy="36025"/>
            </a:xfrm>
            <a:custGeom>
              <a:avLst/>
              <a:gdLst/>
              <a:ahLst/>
              <a:cxnLst/>
              <a:rect l="l" t="t" r="r" b="b"/>
              <a:pathLst>
                <a:path w="2606" h="1441" extrusionOk="0">
                  <a:moveTo>
                    <a:pt x="1761" y="0"/>
                  </a:moveTo>
                  <a:cubicBezTo>
                    <a:pt x="1713" y="0"/>
                    <a:pt x="1661" y="7"/>
                    <a:pt x="1604" y="24"/>
                  </a:cubicBezTo>
                  <a:cubicBezTo>
                    <a:pt x="1219" y="138"/>
                    <a:pt x="0" y="483"/>
                    <a:pt x="13" y="941"/>
                  </a:cubicBezTo>
                  <a:cubicBezTo>
                    <a:pt x="23" y="1301"/>
                    <a:pt x="382" y="1441"/>
                    <a:pt x="773" y="1441"/>
                  </a:cubicBezTo>
                  <a:cubicBezTo>
                    <a:pt x="879" y="1441"/>
                    <a:pt x="987" y="1431"/>
                    <a:pt x="1091" y="1412"/>
                  </a:cubicBezTo>
                  <a:cubicBezTo>
                    <a:pt x="1580" y="1321"/>
                    <a:pt x="2606" y="1066"/>
                    <a:pt x="2169" y="241"/>
                  </a:cubicBezTo>
                  <a:cubicBezTo>
                    <a:pt x="2169" y="241"/>
                    <a:pt x="2038" y="0"/>
                    <a:pt x="17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56;p37">
              <a:extLst>
                <a:ext uri="{FF2B5EF4-FFF2-40B4-BE49-F238E27FC236}">
                  <a16:creationId xmlns:a16="http://schemas.microsoft.com/office/drawing/2014/main" id="{2440DAF8-787B-CFC0-5F02-5782CE56C346}"/>
                </a:ext>
              </a:extLst>
            </p:cNvPr>
            <p:cNvSpPr/>
            <p:nvPr/>
          </p:nvSpPr>
          <p:spPr>
            <a:xfrm>
              <a:off x="6107925" y="3913950"/>
              <a:ext cx="354450" cy="31375"/>
            </a:xfrm>
            <a:custGeom>
              <a:avLst/>
              <a:gdLst/>
              <a:ahLst/>
              <a:cxnLst/>
              <a:rect l="l" t="t" r="r" b="b"/>
              <a:pathLst>
                <a:path w="14178" h="1255" extrusionOk="0">
                  <a:moveTo>
                    <a:pt x="476" y="1"/>
                  </a:moveTo>
                  <a:cubicBezTo>
                    <a:pt x="214" y="1"/>
                    <a:pt x="0" y="213"/>
                    <a:pt x="0" y="472"/>
                  </a:cubicBezTo>
                  <a:lnTo>
                    <a:pt x="0" y="782"/>
                  </a:lnTo>
                  <a:cubicBezTo>
                    <a:pt x="0" y="1042"/>
                    <a:pt x="214" y="1254"/>
                    <a:pt x="476" y="1254"/>
                  </a:cubicBezTo>
                  <a:lnTo>
                    <a:pt x="13702" y="1254"/>
                  </a:lnTo>
                  <a:cubicBezTo>
                    <a:pt x="13964" y="1254"/>
                    <a:pt x="14178" y="1042"/>
                    <a:pt x="14177" y="782"/>
                  </a:cubicBezTo>
                  <a:lnTo>
                    <a:pt x="14177" y="472"/>
                  </a:lnTo>
                  <a:cubicBezTo>
                    <a:pt x="14177" y="213"/>
                    <a:pt x="13963" y="1"/>
                    <a:pt x="13701" y="1"/>
                  </a:cubicBezTo>
                  <a:lnTo>
                    <a:pt x="11347" y="1"/>
                  </a:lnTo>
                  <a:lnTo>
                    <a:pt x="9823" y="630"/>
                  </a:lnTo>
                  <a:lnTo>
                    <a:pt x="4458" y="630"/>
                  </a:lnTo>
                  <a:lnTo>
                    <a:pt x="3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57;p37">
              <a:extLst>
                <a:ext uri="{FF2B5EF4-FFF2-40B4-BE49-F238E27FC236}">
                  <a16:creationId xmlns:a16="http://schemas.microsoft.com/office/drawing/2014/main" id="{E4CD5970-BFFF-F714-F8CD-B11EC37829EF}"/>
                </a:ext>
              </a:extLst>
            </p:cNvPr>
            <p:cNvSpPr/>
            <p:nvPr/>
          </p:nvSpPr>
          <p:spPr>
            <a:xfrm>
              <a:off x="6121175" y="3922775"/>
              <a:ext cx="64850" cy="13750"/>
            </a:xfrm>
            <a:custGeom>
              <a:avLst/>
              <a:gdLst/>
              <a:ahLst/>
              <a:cxnLst/>
              <a:rect l="l" t="t" r="r" b="b"/>
              <a:pathLst>
                <a:path w="2594" h="550" extrusionOk="0"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lnTo>
                    <a:pt x="0" y="542"/>
                  </a:lnTo>
                  <a:cubicBezTo>
                    <a:pt x="0" y="546"/>
                    <a:pt x="4" y="550"/>
                    <a:pt x="8" y="550"/>
                  </a:cubicBezTo>
                  <a:lnTo>
                    <a:pt x="2584" y="550"/>
                  </a:lnTo>
                  <a:cubicBezTo>
                    <a:pt x="2589" y="550"/>
                    <a:pt x="2593" y="546"/>
                    <a:pt x="2591" y="542"/>
                  </a:cubicBezTo>
                  <a:lnTo>
                    <a:pt x="2591" y="8"/>
                  </a:lnTo>
                  <a:cubicBezTo>
                    <a:pt x="2591" y="4"/>
                    <a:pt x="2587" y="0"/>
                    <a:pt x="25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58;p37">
              <a:extLst>
                <a:ext uri="{FF2B5EF4-FFF2-40B4-BE49-F238E27FC236}">
                  <a16:creationId xmlns:a16="http://schemas.microsoft.com/office/drawing/2014/main" id="{5469C93D-CA4C-2B51-AE97-7B73E073CC0F}"/>
                </a:ext>
              </a:extLst>
            </p:cNvPr>
            <p:cNvSpPr/>
            <p:nvPr/>
          </p:nvSpPr>
          <p:spPr>
            <a:xfrm>
              <a:off x="6386700" y="3922775"/>
              <a:ext cx="64800" cy="13750"/>
            </a:xfrm>
            <a:custGeom>
              <a:avLst/>
              <a:gdLst/>
              <a:ahLst/>
              <a:cxnLst/>
              <a:rect l="l" t="t" r="r" b="b"/>
              <a:pathLst>
                <a:path w="2592" h="550" extrusionOk="0">
                  <a:moveTo>
                    <a:pt x="9" y="0"/>
                  </a:moveTo>
                  <a:cubicBezTo>
                    <a:pt x="4" y="0"/>
                    <a:pt x="0" y="4"/>
                    <a:pt x="0" y="8"/>
                  </a:cubicBezTo>
                  <a:lnTo>
                    <a:pt x="0" y="542"/>
                  </a:lnTo>
                  <a:cubicBezTo>
                    <a:pt x="0" y="546"/>
                    <a:pt x="4" y="550"/>
                    <a:pt x="9" y="550"/>
                  </a:cubicBezTo>
                  <a:lnTo>
                    <a:pt x="2584" y="550"/>
                  </a:lnTo>
                  <a:cubicBezTo>
                    <a:pt x="2587" y="550"/>
                    <a:pt x="2591" y="546"/>
                    <a:pt x="2591" y="542"/>
                  </a:cubicBezTo>
                  <a:lnTo>
                    <a:pt x="2591" y="8"/>
                  </a:lnTo>
                  <a:cubicBezTo>
                    <a:pt x="2591" y="4"/>
                    <a:pt x="2587" y="0"/>
                    <a:pt x="25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59;p37">
              <a:extLst>
                <a:ext uri="{FF2B5EF4-FFF2-40B4-BE49-F238E27FC236}">
                  <a16:creationId xmlns:a16="http://schemas.microsoft.com/office/drawing/2014/main" id="{7864ACC7-C062-82E1-74D9-3DC95DF247E6}"/>
                </a:ext>
              </a:extLst>
            </p:cNvPr>
            <p:cNvSpPr/>
            <p:nvPr/>
          </p:nvSpPr>
          <p:spPr>
            <a:xfrm>
              <a:off x="6116500" y="3898675"/>
              <a:ext cx="337550" cy="7100"/>
            </a:xfrm>
            <a:custGeom>
              <a:avLst/>
              <a:gdLst/>
              <a:ahLst/>
              <a:cxnLst/>
              <a:rect l="l" t="t" r="r" b="b"/>
              <a:pathLst>
                <a:path w="13502" h="284" extrusionOk="0">
                  <a:moveTo>
                    <a:pt x="4872" y="1"/>
                  </a:moveTo>
                  <a:cubicBezTo>
                    <a:pt x="4692" y="1"/>
                    <a:pt x="4513" y="20"/>
                    <a:pt x="4333" y="53"/>
                  </a:cubicBezTo>
                  <a:lnTo>
                    <a:pt x="4210" y="77"/>
                  </a:lnTo>
                  <a:cubicBezTo>
                    <a:pt x="3925" y="130"/>
                    <a:pt x="3633" y="158"/>
                    <a:pt x="3344" y="158"/>
                  </a:cubicBezTo>
                  <a:lnTo>
                    <a:pt x="0" y="158"/>
                  </a:lnTo>
                  <a:lnTo>
                    <a:pt x="0" y="284"/>
                  </a:lnTo>
                  <a:lnTo>
                    <a:pt x="3344" y="284"/>
                  </a:lnTo>
                  <a:cubicBezTo>
                    <a:pt x="3642" y="284"/>
                    <a:pt x="3940" y="255"/>
                    <a:pt x="4234" y="200"/>
                  </a:cubicBezTo>
                  <a:lnTo>
                    <a:pt x="4357" y="176"/>
                  </a:lnTo>
                  <a:cubicBezTo>
                    <a:pt x="4527" y="144"/>
                    <a:pt x="4700" y="127"/>
                    <a:pt x="4871" y="127"/>
                  </a:cubicBezTo>
                  <a:lnTo>
                    <a:pt x="8743" y="127"/>
                  </a:lnTo>
                  <a:cubicBezTo>
                    <a:pt x="8930" y="127"/>
                    <a:pt x="9117" y="147"/>
                    <a:pt x="9302" y="184"/>
                  </a:cubicBezTo>
                  <a:cubicBezTo>
                    <a:pt x="9618" y="251"/>
                    <a:pt x="9941" y="284"/>
                    <a:pt x="10266" y="284"/>
                  </a:cubicBezTo>
                  <a:lnTo>
                    <a:pt x="13502" y="284"/>
                  </a:lnTo>
                  <a:lnTo>
                    <a:pt x="13502" y="158"/>
                  </a:lnTo>
                  <a:lnTo>
                    <a:pt x="10267" y="158"/>
                  </a:lnTo>
                  <a:cubicBezTo>
                    <a:pt x="9952" y="158"/>
                    <a:pt x="9636" y="125"/>
                    <a:pt x="9329" y="61"/>
                  </a:cubicBezTo>
                  <a:cubicBezTo>
                    <a:pt x="9136" y="22"/>
                    <a:pt x="8940" y="1"/>
                    <a:pt x="8744" y="1"/>
                  </a:cubicBezTo>
                  <a:close/>
                </a:path>
              </a:pathLst>
            </a:custGeom>
            <a:solidFill>
              <a:srgbClr val="216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60;p37">
              <a:extLst>
                <a:ext uri="{FF2B5EF4-FFF2-40B4-BE49-F238E27FC236}">
                  <a16:creationId xmlns:a16="http://schemas.microsoft.com/office/drawing/2014/main" id="{759BFE55-0E10-9DB6-63C5-B91C30D8AFCD}"/>
                </a:ext>
              </a:extLst>
            </p:cNvPr>
            <p:cNvSpPr/>
            <p:nvPr/>
          </p:nvSpPr>
          <p:spPr>
            <a:xfrm>
              <a:off x="6416950" y="3802675"/>
              <a:ext cx="52150" cy="29450"/>
            </a:xfrm>
            <a:custGeom>
              <a:avLst/>
              <a:gdLst/>
              <a:ahLst/>
              <a:cxnLst/>
              <a:rect l="l" t="t" r="r" b="b"/>
              <a:pathLst>
                <a:path w="2086" h="1178" extrusionOk="0">
                  <a:moveTo>
                    <a:pt x="1233" y="1"/>
                  </a:moveTo>
                  <a:cubicBezTo>
                    <a:pt x="599" y="1"/>
                    <a:pt x="797" y="141"/>
                    <a:pt x="496" y="327"/>
                  </a:cubicBezTo>
                  <a:cubicBezTo>
                    <a:pt x="390" y="392"/>
                    <a:pt x="300" y="413"/>
                    <a:pt x="227" y="413"/>
                  </a:cubicBezTo>
                  <a:cubicBezTo>
                    <a:pt x="80" y="413"/>
                    <a:pt x="0" y="327"/>
                    <a:pt x="0" y="327"/>
                  </a:cubicBezTo>
                  <a:lnTo>
                    <a:pt x="0" y="327"/>
                  </a:lnTo>
                  <a:lnTo>
                    <a:pt x="195" y="744"/>
                  </a:lnTo>
                  <a:cubicBezTo>
                    <a:pt x="214" y="730"/>
                    <a:pt x="238" y="724"/>
                    <a:pt x="265" y="724"/>
                  </a:cubicBezTo>
                  <a:cubicBezTo>
                    <a:pt x="386" y="724"/>
                    <a:pt x="565" y="844"/>
                    <a:pt x="616" y="923"/>
                  </a:cubicBezTo>
                  <a:cubicBezTo>
                    <a:pt x="745" y="1117"/>
                    <a:pt x="952" y="1138"/>
                    <a:pt x="1072" y="1154"/>
                  </a:cubicBezTo>
                  <a:cubicBezTo>
                    <a:pt x="1185" y="1170"/>
                    <a:pt x="1284" y="1178"/>
                    <a:pt x="1372" y="1178"/>
                  </a:cubicBezTo>
                  <a:cubicBezTo>
                    <a:pt x="1887" y="1178"/>
                    <a:pt x="1996" y="927"/>
                    <a:pt x="2020" y="702"/>
                  </a:cubicBezTo>
                  <a:cubicBezTo>
                    <a:pt x="2044" y="490"/>
                    <a:pt x="2085" y="17"/>
                    <a:pt x="1331" y="2"/>
                  </a:cubicBezTo>
                  <a:cubicBezTo>
                    <a:pt x="1297" y="1"/>
                    <a:pt x="1264" y="1"/>
                    <a:pt x="12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61;p37">
              <a:extLst>
                <a:ext uri="{FF2B5EF4-FFF2-40B4-BE49-F238E27FC236}">
                  <a16:creationId xmlns:a16="http://schemas.microsoft.com/office/drawing/2014/main" id="{32B9D16A-0F19-DFD0-D740-CAD998C19D06}"/>
                </a:ext>
              </a:extLst>
            </p:cNvPr>
            <p:cNvSpPr/>
            <p:nvPr/>
          </p:nvSpPr>
          <p:spPr>
            <a:xfrm>
              <a:off x="6102725" y="3802675"/>
              <a:ext cx="52175" cy="29450"/>
            </a:xfrm>
            <a:custGeom>
              <a:avLst/>
              <a:gdLst/>
              <a:ahLst/>
              <a:cxnLst/>
              <a:rect l="l" t="t" r="r" b="b"/>
              <a:pathLst>
                <a:path w="2087" h="1178" extrusionOk="0">
                  <a:moveTo>
                    <a:pt x="853" y="1"/>
                  </a:moveTo>
                  <a:cubicBezTo>
                    <a:pt x="822" y="1"/>
                    <a:pt x="789" y="1"/>
                    <a:pt x="755" y="2"/>
                  </a:cubicBezTo>
                  <a:cubicBezTo>
                    <a:pt x="1" y="17"/>
                    <a:pt x="42" y="490"/>
                    <a:pt x="66" y="702"/>
                  </a:cubicBezTo>
                  <a:cubicBezTo>
                    <a:pt x="90" y="927"/>
                    <a:pt x="199" y="1178"/>
                    <a:pt x="714" y="1178"/>
                  </a:cubicBezTo>
                  <a:cubicBezTo>
                    <a:pt x="802" y="1178"/>
                    <a:pt x="901" y="1170"/>
                    <a:pt x="1014" y="1154"/>
                  </a:cubicBezTo>
                  <a:cubicBezTo>
                    <a:pt x="1134" y="1138"/>
                    <a:pt x="1342" y="1117"/>
                    <a:pt x="1470" y="923"/>
                  </a:cubicBezTo>
                  <a:cubicBezTo>
                    <a:pt x="1521" y="844"/>
                    <a:pt x="1700" y="724"/>
                    <a:pt x="1821" y="724"/>
                  </a:cubicBezTo>
                  <a:cubicBezTo>
                    <a:pt x="1848" y="724"/>
                    <a:pt x="1872" y="730"/>
                    <a:pt x="1891" y="744"/>
                  </a:cubicBezTo>
                  <a:lnTo>
                    <a:pt x="2087" y="327"/>
                  </a:lnTo>
                  <a:lnTo>
                    <a:pt x="2087" y="327"/>
                  </a:lnTo>
                  <a:cubicBezTo>
                    <a:pt x="2087" y="327"/>
                    <a:pt x="2007" y="413"/>
                    <a:pt x="1860" y="413"/>
                  </a:cubicBezTo>
                  <a:cubicBezTo>
                    <a:pt x="1786" y="413"/>
                    <a:pt x="1696" y="392"/>
                    <a:pt x="1590" y="327"/>
                  </a:cubicBezTo>
                  <a:cubicBezTo>
                    <a:pt x="1289" y="141"/>
                    <a:pt x="1487" y="1"/>
                    <a:pt x="8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48616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FFCF51FD-4404-E25D-B665-A3F5F9ED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>
            <a:extLst>
              <a:ext uri="{FF2B5EF4-FFF2-40B4-BE49-F238E27FC236}">
                <a16:creationId xmlns:a16="http://schemas.microsoft.com/office/drawing/2014/main" id="{F9C89CF6-E1C0-5CC4-90FD-E9DB785D918E}"/>
              </a:ext>
            </a:extLst>
          </p:cNvPr>
          <p:cNvSpPr/>
          <p:nvPr/>
        </p:nvSpPr>
        <p:spPr>
          <a:xfrm>
            <a:off x="1524723" y="819876"/>
            <a:ext cx="1244700" cy="1200300"/>
          </a:xfrm>
          <a:prstGeom prst="roundRect">
            <a:avLst>
              <a:gd name="adj" fmla="val 25127"/>
            </a:avLst>
          </a:prstGeom>
          <a:solidFill>
            <a:srgbClr val="F0F8FF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6" name="Google Shape;396;p35">
            <a:extLst>
              <a:ext uri="{FF2B5EF4-FFF2-40B4-BE49-F238E27FC236}">
                <a16:creationId xmlns:a16="http://schemas.microsoft.com/office/drawing/2014/main" id="{13EC5C40-83D1-F56C-C401-3B565B474CBB}"/>
              </a:ext>
            </a:extLst>
          </p:cNvPr>
          <p:cNvSpPr/>
          <p:nvPr/>
        </p:nvSpPr>
        <p:spPr>
          <a:xfrm>
            <a:off x="3691221" y="1052749"/>
            <a:ext cx="4670474" cy="8430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7" name="Google Shape;397;p35">
            <a:extLst>
              <a:ext uri="{FF2B5EF4-FFF2-40B4-BE49-F238E27FC236}">
                <a16:creationId xmlns:a16="http://schemas.microsoft.com/office/drawing/2014/main" id="{12885DAC-2BF4-5D81-8C8E-7207BF24D27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390341" y="986719"/>
            <a:ext cx="7590890" cy="7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Нашето демо</a:t>
            </a:r>
          </a:p>
        </p:txBody>
      </p:sp>
      <p:sp>
        <p:nvSpPr>
          <p:cNvPr id="398" name="Google Shape;398;p35">
            <a:extLst>
              <a:ext uri="{FF2B5EF4-FFF2-40B4-BE49-F238E27FC236}">
                <a16:creationId xmlns:a16="http://schemas.microsoft.com/office/drawing/2014/main" id="{52B5102E-D43A-4A70-D02C-60606FC79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2243" y="782569"/>
            <a:ext cx="890100" cy="12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sp>
        <p:nvSpPr>
          <p:cNvPr id="525" name="Google Shape;525;p3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B7F007A-3CA8-7637-122D-93DEF663520E}"/>
              </a:ext>
            </a:extLst>
          </p:cNvPr>
          <p:cNvSpPr/>
          <p:nvPr/>
        </p:nvSpPr>
        <p:spPr>
          <a:xfrm>
            <a:off x="389075" y="1652494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3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E5F778D-1271-AE8F-B886-00DD9F405A2D}"/>
              </a:ext>
            </a:extLst>
          </p:cNvPr>
          <p:cNvSpPr/>
          <p:nvPr/>
        </p:nvSpPr>
        <p:spPr>
          <a:xfrm>
            <a:off x="389425" y="123280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35">
            <a:hlinkClick r:id="rId3" action="ppaction://hlinksldjump"/>
            <a:extLst>
              <a:ext uri="{FF2B5EF4-FFF2-40B4-BE49-F238E27FC236}">
                <a16:creationId xmlns:a16="http://schemas.microsoft.com/office/drawing/2014/main" id="{8E0B42EE-0829-ADFA-FFE9-095BF3DD281D}"/>
              </a:ext>
            </a:extLst>
          </p:cNvPr>
          <p:cNvSpPr/>
          <p:nvPr/>
        </p:nvSpPr>
        <p:spPr>
          <a:xfrm>
            <a:off x="389425" y="41377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8" name="Google Shape;528;p35">
            <a:extLst>
              <a:ext uri="{FF2B5EF4-FFF2-40B4-BE49-F238E27FC236}">
                <a16:creationId xmlns:a16="http://schemas.microsoft.com/office/drawing/2014/main" id="{9FC82EBE-75B4-C3EF-50E7-FB5215676DA4}"/>
              </a:ext>
            </a:extLst>
          </p:cNvPr>
          <p:cNvGrpSpPr/>
          <p:nvPr/>
        </p:nvGrpSpPr>
        <p:grpSpPr>
          <a:xfrm>
            <a:off x="480570" y="460939"/>
            <a:ext cx="271609" cy="249173"/>
            <a:chOff x="6319908" y="3696721"/>
            <a:chExt cx="373963" cy="343119"/>
          </a:xfrm>
        </p:grpSpPr>
        <p:sp>
          <p:nvSpPr>
            <p:cNvPr id="529" name="Google Shape;529;p35">
              <a:extLst>
                <a:ext uri="{FF2B5EF4-FFF2-40B4-BE49-F238E27FC236}">
                  <a16:creationId xmlns:a16="http://schemas.microsoft.com/office/drawing/2014/main" id="{85CA30A4-074D-2C20-7DE4-A86E079E16BD}"/>
                </a:ext>
              </a:extLst>
            </p:cNvPr>
            <p:cNvSpPr/>
            <p:nvPr/>
          </p:nvSpPr>
          <p:spPr>
            <a:xfrm>
              <a:off x="6366016" y="3736813"/>
              <a:ext cx="281562" cy="303027"/>
            </a:xfrm>
            <a:custGeom>
              <a:avLst/>
              <a:gdLst/>
              <a:ahLst/>
              <a:cxnLst/>
              <a:rect l="l" t="t" r="r" b="b"/>
              <a:pathLst>
                <a:path w="10717" h="11534" extrusionOk="0">
                  <a:moveTo>
                    <a:pt x="5359" y="1"/>
                  </a:moveTo>
                  <a:cubicBezTo>
                    <a:pt x="5333" y="1"/>
                    <a:pt x="5307" y="9"/>
                    <a:pt x="5286" y="27"/>
                  </a:cubicBezTo>
                  <a:lnTo>
                    <a:pt x="0" y="4625"/>
                  </a:lnTo>
                  <a:lnTo>
                    <a:pt x="0" y="11222"/>
                  </a:lnTo>
                  <a:cubicBezTo>
                    <a:pt x="0" y="11395"/>
                    <a:pt x="146" y="11534"/>
                    <a:pt x="319" y="11534"/>
                  </a:cubicBezTo>
                  <a:lnTo>
                    <a:pt x="10405" y="11534"/>
                  </a:lnTo>
                  <a:cubicBezTo>
                    <a:pt x="10578" y="11534"/>
                    <a:pt x="10717" y="11395"/>
                    <a:pt x="10717" y="11222"/>
                  </a:cubicBezTo>
                  <a:lnTo>
                    <a:pt x="10717" y="4625"/>
                  </a:lnTo>
                  <a:lnTo>
                    <a:pt x="5431" y="27"/>
                  </a:lnTo>
                  <a:cubicBezTo>
                    <a:pt x="5411" y="9"/>
                    <a:pt x="5385" y="1"/>
                    <a:pt x="535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5">
              <a:extLst>
                <a:ext uri="{FF2B5EF4-FFF2-40B4-BE49-F238E27FC236}">
                  <a16:creationId xmlns:a16="http://schemas.microsoft.com/office/drawing/2014/main" id="{143F7966-812E-58E4-4097-17C90864AEB8}"/>
                </a:ext>
              </a:extLst>
            </p:cNvPr>
            <p:cNvSpPr/>
            <p:nvPr/>
          </p:nvSpPr>
          <p:spPr>
            <a:xfrm>
              <a:off x="6467691" y="3889298"/>
              <a:ext cx="85123" cy="150541"/>
            </a:xfrm>
            <a:custGeom>
              <a:avLst/>
              <a:gdLst/>
              <a:ahLst/>
              <a:cxnLst/>
              <a:rect l="l" t="t" r="r" b="b"/>
              <a:pathLst>
                <a:path w="3240" h="5730" extrusionOk="0">
                  <a:moveTo>
                    <a:pt x="292" y="0"/>
                  </a:moveTo>
                  <a:cubicBezTo>
                    <a:pt x="133" y="0"/>
                    <a:pt x="1" y="132"/>
                    <a:pt x="1" y="292"/>
                  </a:cubicBezTo>
                  <a:lnTo>
                    <a:pt x="1" y="5730"/>
                  </a:lnTo>
                  <a:lnTo>
                    <a:pt x="3240" y="5730"/>
                  </a:lnTo>
                  <a:lnTo>
                    <a:pt x="3240" y="292"/>
                  </a:lnTo>
                  <a:cubicBezTo>
                    <a:pt x="3240" y="132"/>
                    <a:pt x="3108" y="0"/>
                    <a:pt x="29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5">
              <a:extLst>
                <a:ext uri="{FF2B5EF4-FFF2-40B4-BE49-F238E27FC236}">
                  <a16:creationId xmlns:a16="http://schemas.microsoft.com/office/drawing/2014/main" id="{3F5849FC-C262-2186-683F-6A78B20ACB06}"/>
                </a:ext>
              </a:extLst>
            </p:cNvPr>
            <p:cNvSpPr/>
            <p:nvPr/>
          </p:nvSpPr>
          <p:spPr>
            <a:xfrm>
              <a:off x="6319908" y="3696721"/>
              <a:ext cx="373963" cy="165096"/>
            </a:xfrm>
            <a:custGeom>
              <a:avLst/>
              <a:gdLst/>
              <a:ahLst/>
              <a:cxnLst/>
              <a:rect l="l" t="t" r="r" b="b"/>
              <a:pathLst>
                <a:path w="14234" h="6284" extrusionOk="0">
                  <a:moveTo>
                    <a:pt x="7114" y="1"/>
                  </a:moveTo>
                  <a:cubicBezTo>
                    <a:pt x="7088" y="1"/>
                    <a:pt x="7062" y="9"/>
                    <a:pt x="7041" y="27"/>
                  </a:cubicBezTo>
                  <a:lnTo>
                    <a:pt x="77" y="6089"/>
                  </a:lnTo>
                  <a:cubicBezTo>
                    <a:pt x="1" y="6158"/>
                    <a:pt x="49" y="6283"/>
                    <a:pt x="153" y="6283"/>
                  </a:cubicBezTo>
                  <a:lnTo>
                    <a:pt x="1762" y="6283"/>
                  </a:lnTo>
                  <a:lnTo>
                    <a:pt x="7041" y="1691"/>
                  </a:lnTo>
                  <a:cubicBezTo>
                    <a:pt x="7062" y="1674"/>
                    <a:pt x="7088" y="1665"/>
                    <a:pt x="7114" y="1665"/>
                  </a:cubicBezTo>
                  <a:cubicBezTo>
                    <a:pt x="7140" y="1665"/>
                    <a:pt x="7166" y="1674"/>
                    <a:pt x="7186" y="1691"/>
                  </a:cubicBezTo>
                  <a:lnTo>
                    <a:pt x="12472" y="6283"/>
                  </a:lnTo>
                  <a:lnTo>
                    <a:pt x="14081" y="6283"/>
                  </a:lnTo>
                  <a:cubicBezTo>
                    <a:pt x="14185" y="6283"/>
                    <a:pt x="14234" y="6158"/>
                    <a:pt x="14150" y="6089"/>
                  </a:cubicBezTo>
                  <a:lnTo>
                    <a:pt x="7186" y="27"/>
                  </a:lnTo>
                  <a:cubicBezTo>
                    <a:pt x="7166" y="9"/>
                    <a:pt x="7140" y="1"/>
                    <a:pt x="71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5">
            <a:extLst>
              <a:ext uri="{FF2B5EF4-FFF2-40B4-BE49-F238E27FC236}">
                <a16:creationId xmlns:a16="http://schemas.microsoft.com/office/drawing/2014/main" id="{4EC02CCC-C9D1-ABD1-505B-7D89D1B9A669}"/>
              </a:ext>
            </a:extLst>
          </p:cNvPr>
          <p:cNvSpPr/>
          <p:nvPr/>
        </p:nvSpPr>
        <p:spPr>
          <a:xfrm>
            <a:off x="521525" y="1699594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5">
            <a:extLst>
              <a:ext uri="{FF2B5EF4-FFF2-40B4-BE49-F238E27FC236}">
                <a16:creationId xmlns:a16="http://schemas.microsoft.com/office/drawing/2014/main" id="{17176D01-5F2D-A7E3-2786-A442963CD3ED}"/>
              </a:ext>
            </a:extLst>
          </p:cNvPr>
          <p:cNvSpPr/>
          <p:nvPr/>
        </p:nvSpPr>
        <p:spPr>
          <a:xfrm rot="10800000">
            <a:off x="521875" y="1279905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35">
            <a:hlinkClick r:id="rId3" action="ppaction://hlinksldjump"/>
            <a:extLst>
              <a:ext uri="{FF2B5EF4-FFF2-40B4-BE49-F238E27FC236}">
                <a16:creationId xmlns:a16="http://schemas.microsoft.com/office/drawing/2014/main" id="{26FDBA06-DE26-6DCA-B9D2-682239E09E1E}"/>
              </a:ext>
            </a:extLst>
          </p:cNvPr>
          <p:cNvSpPr/>
          <p:nvPr/>
        </p:nvSpPr>
        <p:spPr>
          <a:xfrm>
            <a:off x="389425" y="820863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5" name="Google Shape;535;p35">
            <a:extLst>
              <a:ext uri="{FF2B5EF4-FFF2-40B4-BE49-F238E27FC236}">
                <a16:creationId xmlns:a16="http://schemas.microsoft.com/office/drawing/2014/main" id="{888383D3-124A-6C4A-3217-3C5D18D19FC6}"/>
              </a:ext>
            </a:extLst>
          </p:cNvPr>
          <p:cNvGrpSpPr/>
          <p:nvPr/>
        </p:nvGrpSpPr>
        <p:grpSpPr>
          <a:xfrm>
            <a:off x="521795" y="932476"/>
            <a:ext cx="189159" cy="120273"/>
            <a:chOff x="404850" y="546850"/>
            <a:chExt cx="181500" cy="115425"/>
          </a:xfrm>
        </p:grpSpPr>
        <p:cxnSp>
          <p:nvCxnSpPr>
            <p:cNvPr id="536" name="Google Shape;536;p35">
              <a:extLst>
                <a:ext uri="{FF2B5EF4-FFF2-40B4-BE49-F238E27FC236}">
                  <a16:creationId xmlns:a16="http://schemas.microsoft.com/office/drawing/2014/main" id="{90C71F75-F9F4-CE89-CB46-46986A0D2FA2}"/>
                </a:ext>
              </a:extLst>
            </p:cNvPr>
            <p:cNvCxnSpPr/>
            <p:nvPr/>
          </p:nvCxnSpPr>
          <p:spPr>
            <a:xfrm>
              <a:off x="404850" y="5468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7" name="Google Shape;537;p35">
              <a:extLst>
                <a:ext uri="{FF2B5EF4-FFF2-40B4-BE49-F238E27FC236}">
                  <a16:creationId xmlns:a16="http://schemas.microsoft.com/office/drawing/2014/main" id="{042C9BF2-04E1-E271-6FED-37E81A5A5CC9}"/>
                </a:ext>
              </a:extLst>
            </p:cNvPr>
            <p:cNvCxnSpPr/>
            <p:nvPr/>
          </p:nvCxnSpPr>
          <p:spPr>
            <a:xfrm>
              <a:off x="404850" y="6065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8" name="Google Shape;538;p35">
              <a:extLst>
                <a:ext uri="{FF2B5EF4-FFF2-40B4-BE49-F238E27FC236}">
                  <a16:creationId xmlns:a16="http://schemas.microsoft.com/office/drawing/2014/main" id="{9F27196F-7095-F21F-7113-2420A2FD2533}"/>
                </a:ext>
              </a:extLst>
            </p:cNvPr>
            <p:cNvCxnSpPr/>
            <p:nvPr/>
          </p:nvCxnSpPr>
          <p:spPr>
            <a:xfrm>
              <a:off x="404850" y="662275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7" name="Google Shape;1182;p46">
            <a:extLst>
              <a:ext uri="{FF2B5EF4-FFF2-40B4-BE49-F238E27FC236}">
                <a16:creationId xmlns:a16="http://schemas.microsoft.com/office/drawing/2014/main" id="{2544B3AF-761B-1B0C-E636-67E8D4986B71}"/>
              </a:ext>
            </a:extLst>
          </p:cNvPr>
          <p:cNvGrpSpPr/>
          <p:nvPr/>
        </p:nvGrpSpPr>
        <p:grpSpPr>
          <a:xfrm>
            <a:off x="2452468" y="2177205"/>
            <a:ext cx="4135625" cy="2642541"/>
            <a:chOff x="719996" y="1649949"/>
            <a:chExt cx="4622360" cy="2953549"/>
          </a:xfrm>
        </p:grpSpPr>
        <p:sp>
          <p:nvSpPr>
            <p:cNvPr id="38" name="Google Shape;1183;p46">
              <a:extLst>
                <a:ext uri="{FF2B5EF4-FFF2-40B4-BE49-F238E27FC236}">
                  <a16:creationId xmlns:a16="http://schemas.microsoft.com/office/drawing/2014/main" id="{6BB3F9A0-1FEF-9EBE-C8C9-597FC3FBADA7}"/>
                </a:ext>
              </a:extLst>
            </p:cNvPr>
            <p:cNvSpPr/>
            <p:nvPr/>
          </p:nvSpPr>
          <p:spPr>
            <a:xfrm>
              <a:off x="1020127" y="1649949"/>
              <a:ext cx="4012506" cy="2682206"/>
            </a:xfrm>
            <a:custGeom>
              <a:avLst/>
              <a:gdLst/>
              <a:ahLst/>
              <a:cxnLst/>
              <a:rect l="l" t="t" r="r" b="b"/>
              <a:pathLst>
                <a:path w="81526" h="54497" fill="none" extrusionOk="0">
                  <a:moveTo>
                    <a:pt x="2879" y="54496"/>
                  </a:moveTo>
                  <a:lnTo>
                    <a:pt x="78695" y="54496"/>
                  </a:lnTo>
                  <a:cubicBezTo>
                    <a:pt x="80305" y="54496"/>
                    <a:pt x="81525" y="53277"/>
                    <a:pt x="81525" y="51667"/>
                  </a:cubicBezTo>
                  <a:lnTo>
                    <a:pt x="81525" y="2879"/>
                  </a:lnTo>
                  <a:cubicBezTo>
                    <a:pt x="81525" y="1220"/>
                    <a:pt x="80305" y="1"/>
                    <a:pt x="78695" y="1"/>
                  </a:cubicBezTo>
                  <a:lnTo>
                    <a:pt x="2879" y="1"/>
                  </a:lnTo>
                  <a:cubicBezTo>
                    <a:pt x="1220" y="1"/>
                    <a:pt x="1" y="1220"/>
                    <a:pt x="1" y="2879"/>
                  </a:cubicBezTo>
                  <a:lnTo>
                    <a:pt x="1" y="51667"/>
                  </a:lnTo>
                  <a:cubicBezTo>
                    <a:pt x="1" y="53277"/>
                    <a:pt x="1220" y="54496"/>
                    <a:pt x="2879" y="5449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87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184;p46">
              <a:extLst>
                <a:ext uri="{FF2B5EF4-FFF2-40B4-BE49-F238E27FC236}">
                  <a16:creationId xmlns:a16="http://schemas.microsoft.com/office/drawing/2014/main" id="{28000E25-CA39-9EF9-A902-413782CF72AB}"/>
                </a:ext>
              </a:extLst>
            </p:cNvPr>
            <p:cNvSpPr/>
            <p:nvPr/>
          </p:nvSpPr>
          <p:spPr>
            <a:xfrm>
              <a:off x="719996" y="4442557"/>
              <a:ext cx="4622360" cy="160941"/>
            </a:xfrm>
            <a:custGeom>
              <a:avLst/>
              <a:gdLst/>
              <a:ahLst/>
              <a:cxnLst/>
              <a:rect l="l" t="t" r="r" b="b"/>
              <a:pathLst>
                <a:path w="93917" h="3270" fill="none" extrusionOk="0">
                  <a:moveTo>
                    <a:pt x="93917" y="1"/>
                  </a:moveTo>
                  <a:lnTo>
                    <a:pt x="93917" y="2245"/>
                  </a:lnTo>
                  <a:cubicBezTo>
                    <a:pt x="93917" y="2830"/>
                    <a:pt x="93331" y="3269"/>
                    <a:pt x="92697" y="3269"/>
                  </a:cubicBezTo>
                  <a:lnTo>
                    <a:pt x="1025" y="3269"/>
                  </a:lnTo>
                  <a:cubicBezTo>
                    <a:pt x="439" y="3269"/>
                    <a:pt x="0" y="2830"/>
                    <a:pt x="0" y="2245"/>
                  </a:cubicBezTo>
                  <a:lnTo>
                    <a:pt x="0" y="1"/>
                  </a:lnTo>
                  <a:lnTo>
                    <a:pt x="38640" y="1"/>
                  </a:lnTo>
                  <a:cubicBezTo>
                    <a:pt x="38640" y="586"/>
                    <a:pt x="39274" y="1025"/>
                    <a:pt x="40055" y="1025"/>
                  </a:cubicBezTo>
                  <a:lnTo>
                    <a:pt x="53911" y="1025"/>
                  </a:lnTo>
                  <a:cubicBezTo>
                    <a:pt x="54496" y="1025"/>
                    <a:pt x="55130" y="586"/>
                    <a:pt x="55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87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5" name="Google Shape;1181;p46">
            <a:extLst>
              <a:ext uri="{FF2B5EF4-FFF2-40B4-BE49-F238E27FC236}">
                <a16:creationId xmlns:a16="http://schemas.microsoft.com/office/drawing/2014/main" id="{B842FB38-63A5-FF9F-4C59-DA6BEFF1691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19" b="119"/>
          <a:stretch/>
        </p:blipFill>
        <p:spPr>
          <a:xfrm>
            <a:off x="2808689" y="2451977"/>
            <a:ext cx="3414600" cy="1916400"/>
          </a:xfrm>
          <a:prstGeom prst="roundRect">
            <a:avLst>
              <a:gd name="adj" fmla="val 601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8BEB6EA-0675-2C15-70D8-45051BC80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7372" y="2559081"/>
            <a:ext cx="3161650" cy="1702191"/>
          </a:xfrm>
          <a:prstGeom prst="roundRect">
            <a:avLst>
              <a:gd name="adj" fmla="val 10495"/>
            </a:avLst>
          </a:pr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0AAAE551-6AD9-9125-17CB-FCA181D8E8A7}"/>
              </a:ext>
            </a:extLst>
          </p:cNvPr>
          <p:cNvSpPr/>
          <p:nvPr/>
        </p:nvSpPr>
        <p:spPr>
          <a:xfrm>
            <a:off x="4538197" y="2298855"/>
            <a:ext cx="67606" cy="54345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414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571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8"/>
          <p:cNvSpPr txBox="1">
            <a:spLocks noGrp="1"/>
          </p:cNvSpPr>
          <p:nvPr>
            <p:ph type="title"/>
          </p:nvPr>
        </p:nvSpPr>
        <p:spPr>
          <a:xfrm>
            <a:off x="1185887" y="915153"/>
            <a:ext cx="7287300" cy="63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Как реагираха хората от Бургас на нашата идея?</a:t>
            </a:r>
            <a:endParaRPr dirty="0"/>
          </a:p>
        </p:txBody>
      </p:sp>
      <p:pic>
        <p:nvPicPr>
          <p:cNvPr id="693" name="Google Shape;693;p38"/>
          <p:cNvPicPr preferRelativeResize="0"/>
          <p:nvPr/>
        </p:nvPicPr>
        <p:blipFill rotWithShape="1">
          <a:blip r:embed="rId3">
            <a:alphaModFix/>
          </a:blip>
          <a:srcRect t="11263" b="46086"/>
          <a:stretch/>
        </p:blipFill>
        <p:spPr>
          <a:xfrm>
            <a:off x="1010550" y="2353701"/>
            <a:ext cx="7122900" cy="202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694" name="Google Shape;694;p38">
            <a:hlinkClick r:id="" action="ppaction://hlinkshowjump?jump=nextslide"/>
          </p:cNvPr>
          <p:cNvSpPr/>
          <p:nvPr/>
        </p:nvSpPr>
        <p:spPr>
          <a:xfrm>
            <a:off x="389075" y="1652494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38">
            <a:hlinkClick r:id="" action="ppaction://hlinkshowjump?jump=previousslide"/>
          </p:cNvPr>
          <p:cNvSpPr/>
          <p:nvPr/>
        </p:nvSpPr>
        <p:spPr>
          <a:xfrm>
            <a:off x="389425" y="123280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38">
            <a:hlinkClick r:id="rId4" action="ppaction://hlinksldjump"/>
          </p:cNvPr>
          <p:cNvSpPr/>
          <p:nvPr/>
        </p:nvSpPr>
        <p:spPr>
          <a:xfrm>
            <a:off x="389425" y="41377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7" name="Google Shape;697;p38"/>
          <p:cNvGrpSpPr/>
          <p:nvPr/>
        </p:nvGrpSpPr>
        <p:grpSpPr>
          <a:xfrm>
            <a:off x="480570" y="460939"/>
            <a:ext cx="271609" cy="249173"/>
            <a:chOff x="6319908" y="3696721"/>
            <a:chExt cx="373963" cy="343119"/>
          </a:xfrm>
        </p:grpSpPr>
        <p:sp>
          <p:nvSpPr>
            <p:cNvPr id="698" name="Google Shape;698;p38"/>
            <p:cNvSpPr/>
            <p:nvPr/>
          </p:nvSpPr>
          <p:spPr>
            <a:xfrm>
              <a:off x="6366016" y="3736813"/>
              <a:ext cx="281562" cy="303027"/>
            </a:xfrm>
            <a:custGeom>
              <a:avLst/>
              <a:gdLst/>
              <a:ahLst/>
              <a:cxnLst/>
              <a:rect l="l" t="t" r="r" b="b"/>
              <a:pathLst>
                <a:path w="10717" h="11534" extrusionOk="0">
                  <a:moveTo>
                    <a:pt x="5359" y="1"/>
                  </a:moveTo>
                  <a:cubicBezTo>
                    <a:pt x="5333" y="1"/>
                    <a:pt x="5307" y="9"/>
                    <a:pt x="5286" y="27"/>
                  </a:cubicBezTo>
                  <a:lnTo>
                    <a:pt x="0" y="4625"/>
                  </a:lnTo>
                  <a:lnTo>
                    <a:pt x="0" y="11222"/>
                  </a:lnTo>
                  <a:cubicBezTo>
                    <a:pt x="0" y="11395"/>
                    <a:pt x="146" y="11534"/>
                    <a:pt x="319" y="11534"/>
                  </a:cubicBezTo>
                  <a:lnTo>
                    <a:pt x="10405" y="11534"/>
                  </a:lnTo>
                  <a:cubicBezTo>
                    <a:pt x="10578" y="11534"/>
                    <a:pt x="10717" y="11395"/>
                    <a:pt x="10717" y="11222"/>
                  </a:cubicBezTo>
                  <a:lnTo>
                    <a:pt x="10717" y="4625"/>
                  </a:lnTo>
                  <a:lnTo>
                    <a:pt x="5431" y="27"/>
                  </a:lnTo>
                  <a:cubicBezTo>
                    <a:pt x="5411" y="9"/>
                    <a:pt x="5385" y="1"/>
                    <a:pt x="535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8"/>
            <p:cNvSpPr/>
            <p:nvPr/>
          </p:nvSpPr>
          <p:spPr>
            <a:xfrm>
              <a:off x="6467691" y="3889298"/>
              <a:ext cx="85123" cy="150541"/>
            </a:xfrm>
            <a:custGeom>
              <a:avLst/>
              <a:gdLst/>
              <a:ahLst/>
              <a:cxnLst/>
              <a:rect l="l" t="t" r="r" b="b"/>
              <a:pathLst>
                <a:path w="3240" h="5730" extrusionOk="0">
                  <a:moveTo>
                    <a:pt x="292" y="0"/>
                  </a:moveTo>
                  <a:cubicBezTo>
                    <a:pt x="133" y="0"/>
                    <a:pt x="1" y="132"/>
                    <a:pt x="1" y="292"/>
                  </a:cubicBezTo>
                  <a:lnTo>
                    <a:pt x="1" y="5730"/>
                  </a:lnTo>
                  <a:lnTo>
                    <a:pt x="3240" y="5730"/>
                  </a:lnTo>
                  <a:lnTo>
                    <a:pt x="3240" y="292"/>
                  </a:lnTo>
                  <a:cubicBezTo>
                    <a:pt x="3240" y="132"/>
                    <a:pt x="3108" y="0"/>
                    <a:pt x="29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8"/>
            <p:cNvSpPr/>
            <p:nvPr/>
          </p:nvSpPr>
          <p:spPr>
            <a:xfrm>
              <a:off x="6319908" y="3696721"/>
              <a:ext cx="373963" cy="165096"/>
            </a:xfrm>
            <a:custGeom>
              <a:avLst/>
              <a:gdLst/>
              <a:ahLst/>
              <a:cxnLst/>
              <a:rect l="l" t="t" r="r" b="b"/>
              <a:pathLst>
                <a:path w="14234" h="6284" extrusionOk="0">
                  <a:moveTo>
                    <a:pt x="7114" y="1"/>
                  </a:moveTo>
                  <a:cubicBezTo>
                    <a:pt x="7088" y="1"/>
                    <a:pt x="7062" y="9"/>
                    <a:pt x="7041" y="27"/>
                  </a:cubicBezTo>
                  <a:lnTo>
                    <a:pt x="77" y="6089"/>
                  </a:lnTo>
                  <a:cubicBezTo>
                    <a:pt x="1" y="6158"/>
                    <a:pt x="49" y="6283"/>
                    <a:pt x="153" y="6283"/>
                  </a:cubicBezTo>
                  <a:lnTo>
                    <a:pt x="1762" y="6283"/>
                  </a:lnTo>
                  <a:lnTo>
                    <a:pt x="7041" y="1691"/>
                  </a:lnTo>
                  <a:cubicBezTo>
                    <a:pt x="7062" y="1674"/>
                    <a:pt x="7088" y="1665"/>
                    <a:pt x="7114" y="1665"/>
                  </a:cubicBezTo>
                  <a:cubicBezTo>
                    <a:pt x="7140" y="1665"/>
                    <a:pt x="7166" y="1674"/>
                    <a:pt x="7186" y="1691"/>
                  </a:cubicBezTo>
                  <a:lnTo>
                    <a:pt x="12472" y="6283"/>
                  </a:lnTo>
                  <a:lnTo>
                    <a:pt x="14081" y="6283"/>
                  </a:lnTo>
                  <a:cubicBezTo>
                    <a:pt x="14185" y="6283"/>
                    <a:pt x="14234" y="6158"/>
                    <a:pt x="14150" y="6089"/>
                  </a:cubicBezTo>
                  <a:lnTo>
                    <a:pt x="7186" y="27"/>
                  </a:lnTo>
                  <a:cubicBezTo>
                    <a:pt x="7166" y="9"/>
                    <a:pt x="7140" y="1"/>
                    <a:pt x="71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1" name="Google Shape;701;p38"/>
          <p:cNvSpPr/>
          <p:nvPr/>
        </p:nvSpPr>
        <p:spPr>
          <a:xfrm>
            <a:off x="521525" y="1699594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38"/>
          <p:cNvSpPr/>
          <p:nvPr/>
        </p:nvSpPr>
        <p:spPr>
          <a:xfrm rot="10800000">
            <a:off x="521875" y="1279905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38">
            <a:hlinkClick r:id="rId5" action="ppaction://hlinksldjump"/>
          </p:cNvPr>
          <p:cNvSpPr/>
          <p:nvPr/>
        </p:nvSpPr>
        <p:spPr>
          <a:xfrm>
            <a:off x="389425" y="820863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4" name="Google Shape;704;p38"/>
          <p:cNvGrpSpPr/>
          <p:nvPr/>
        </p:nvGrpSpPr>
        <p:grpSpPr>
          <a:xfrm>
            <a:off x="521795" y="932476"/>
            <a:ext cx="189159" cy="120273"/>
            <a:chOff x="404850" y="546850"/>
            <a:chExt cx="181500" cy="115425"/>
          </a:xfrm>
        </p:grpSpPr>
        <p:cxnSp>
          <p:nvCxnSpPr>
            <p:cNvPr id="705" name="Google Shape;705;p38"/>
            <p:cNvCxnSpPr/>
            <p:nvPr/>
          </p:nvCxnSpPr>
          <p:spPr>
            <a:xfrm>
              <a:off x="404850" y="5468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6" name="Google Shape;706;p38"/>
            <p:cNvCxnSpPr/>
            <p:nvPr/>
          </p:nvCxnSpPr>
          <p:spPr>
            <a:xfrm>
              <a:off x="404850" y="6065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7" name="Google Shape;707;p38"/>
            <p:cNvCxnSpPr/>
            <p:nvPr/>
          </p:nvCxnSpPr>
          <p:spPr>
            <a:xfrm>
              <a:off x="404850" y="662275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492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p62"/>
          <p:cNvSpPr txBox="1">
            <a:spLocks noGrp="1"/>
          </p:cNvSpPr>
          <p:nvPr>
            <p:ph type="ctrTitle"/>
          </p:nvPr>
        </p:nvSpPr>
        <p:spPr>
          <a:xfrm>
            <a:off x="1810107" y="501681"/>
            <a:ext cx="5159400" cy="11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5400" dirty="0"/>
              <a:t>Благодарим за вниманието!</a:t>
            </a:r>
            <a:endParaRPr sz="5400" dirty="0"/>
          </a:p>
        </p:txBody>
      </p:sp>
      <p:sp>
        <p:nvSpPr>
          <p:cNvPr id="2366" name="Google Shape;2366;p62"/>
          <p:cNvSpPr/>
          <p:nvPr/>
        </p:nvSpPr>
        <p:spPr>
          <a:xfrm>
            <a:off x="7146209" y="1982375"/>
            <a:ext cx="748500" cy="748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7" name="Google Shape;2367;p62"/>
          <p:cNvSpPr/>
          <p:nvPr/>
        </p:nvSpPr>
        <p:spPr>
          <a:xfrm>
            <a:off x="7146983" y="3861799"/>
            <a:ext cx="748500" cy="748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8" name="Google Shape;2368;p62"/>
          <p:cNvSpPr/>
          <p:nvPr/>
        </p:nvSpPr>
        <p:spPr>
          <a:xfrm>
            <a:off x="7146983" y="2925487"/>
            <a:ext cx="748500" cy="748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9" name="Google Shape;2369;p62"/>
          <p:cNvSpPr/>
          <p:nvPr/>
        </p:nvSpPr>
        <p:spPr>
          <a:xfrm>
            <a:off x="1068361" y="2096825"/>
            <a:ext cx="748500" cy="748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0" name="Google Shape;2370;p62"/>
          <p:cNvSpPr/>
          <p:nvPr/>
        </p:nvSpPr>
        <p:spPr>
          <a:xfrm>
            <a:off x="1068361" y="3969450"/>
            <a:ext cx="748500" cy="748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1" name="Google Shape;2371;p62"/>
          <p:cNvSpPr/>
          <p:nvPr/>
        </p:nvSpPr>
        <p:spPr>
          <a:xfrm>
            <a:off x="1068361" y="3033138"/>
            <a:ext cx="748500" cy="7485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2" name="Google Shape;2372;p62"/>
          <p:cNvSpPr/>
          <p:nvPr/>
        </p:nvSpPr>
        <p:spPr>
          <a:xfrm>
            <a:off x="1269766" y="2298049"/>
            <a:ext cx="345674" cy="346056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73" name="Google Shape;2373;p62"/>
          <p:cNvGrpSpPr/>
          <p:nvPr/>
        </p:nvGrpSpPr>
        <p:grpSpPr>
          <a:xfrm>
            <a:off x="7348410" y="2190589"/>
            <a:ext cx="346056" cy="345674"/>
            <a:chOff x="7228452" y="2183790"/>
            <a:chExt cx="346056" cy="345674"/>
          </a:xfrm>
        </p:grpSpPr>
        <p:sp>
          <p:nvSpPr>
            <p:cNvPr id="2374" name="Google Shape;2374;p62"/>
            <p:cNvSpPr/>
            <p:nvPr/>
          </p:nvSpPr>
          <p:spPr>
            <a:xfrm>
              <a:off x="7228452" y="2183790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62"/>
            <p:cNvSpPr/>
            <p:nvPr/>
          </p:nvSpPr>
          <p:spPr>
            <a:xfrm>
              <a:off x="7293257" y="2248978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62"/>
            <p:cNvSpPr/>
            <p:nvPr/>
          </p:nvSpPr>
          <p:spPr>
            <a:xfrm>
              <a:off x="7343326" y="2300097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62"/>
            <p:cNvSpPr/>
            <p:nvPr/>
          </p:nvSpPr>
          <p:spPr>
            <a:xfrm>
              <a:off x="7444482" y="2276638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8" name="Google Shape;2378;p62"/>
          <p:cNvGrpSpPr/>
          <p:nvPr/>
        </p:nvGrpSpPr>
        <p:grpSpPr>
          <a:xfrm>
            <a:off x="1269579" y="3234552"/>
            <a:ext cx="346024" cy="345674"/>
            <a:chOff x="1569693" y="3120102"/>
            <a:chExt cx="346024" cy="345674"/>
          </a:xfrm>
        </p:grpSpPr>
        <p:sp>
          <p:nvSpPr>
            <p:cNvPr id="2379" name="Google Shape;2379;p62"/>
            <p:cNvSpPr/>
            <p:nvPr/>
          </p:nvSpPr>
          <p:spPr>
            <a:xfrm>
              <a:off x="1569693" y="3120102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62"/>
            <p:cNvSpPr/>
            <p:nvPr/>
          </p:nvSpPr>
          <p:spPr>
            <a:xfrm>
              <a:off x="1639815" y="3207285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1" name="Google Shape;2381;p62"/>
          <p:cNvGrpSpPr/>
          <p:nvPr/>
        </p:nvGrpSpPr>
        <p:grpSpPr>
          <a:xfrm>
            <a:off x="1269575" y="4170702"/>
            <a:ext cx="346024" cy="345674"/>
            <a:chOff x="1569689" y="4056252"/>
            <a:chExt cx="346024" cy="345674"/>
          </a:xfrm>
        </p:grpSpPr>
        <p:sp>
          <p:nvSpPr>
            <p:cNvPr id="2382" name="Google Shape;2382;p62"/>
            <p:cNvSpPr/>
            <p:nvPr/>
          </p:nvSpPr>
          <p:spPr>
            <a:xfrm>
              <a:off x="1569689" y="4056252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42" y="334"/>
                  </a:moveTo>
                  <a:cubicBezTo>
                    <a:pt x="8251" y="334"/>
                    <a:pt x="10526" y="2608"/>
                    <a:pt x="10526" y="5430"/>
                  </a:cubicBezTo>
                  <a:cubicBezTo>
                    <a:pt x="10526" y="8240"/>
                    <a:pt x="8240" y="10514"/>
                    <a:pt x="5442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42" y="334"/>
                  </a:cubicBezTo>
                  <a:close/>
                  <a:moveTo>
                    <a:pt x="5442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0" y="3989"/>
                    <a:pt x="0" y="5430"/>
                  </a:cubicBezTo>
                  <a:cubicBezTo>
                    <a:pt x="0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42" y="10859"/>
                  </a:cubicBezTo>
                  <a:cubicBezTo>
                    <a:pt x="6882" y="10859"/>
                    <a:pt x="8251" y="10300"/>
                    <a:pt x="9275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5" y="1584"/>
                  </a:cubicBezTo>
                  <a:cubicBezTo>
                    <a:pt x="8251" y="560"/>
                    <a:pt x="6882" y="1"/>
                    <a:pt x="54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62"/>
            <p:cNvSpPr/>
            <p:nvPr/>
          </p:nvSpPr>
          <p:spPr>
            <a:xfrm>
              <a:off x="1620076" y="4106289"/>
              <a:ext cx="244486" cy="242958"/>
            </a:xfrm>
            <a:custGeom>
              <a:avLst/>
              <a:gdLst/>
              <a:ahLst/>
              <a:cxnLst/>
              <a:rect l="l" t="t" r="r" b="b"/>
              <a:pathLst>
                <a:path w="7681" h="7633" extrusionOk="0">
                  <a:moveTo>
                    <a:pt x="3835" y="0"/>
                  </a:moveTo>
                  <a:cubicBezTo>
                    <a:pt x="1727" y="0"/>
                    <a:pt x="13" y="1715"/>
                    <a:pt x="13" y="3822"/>
                  </a:cubicBezTo>
                  <a:cubicBezTo>
                    <a:pt x="13" y="4418"/>
                    <a:pt x="144" y="5001"/>
                    <a:pt x="418" y="5537"/>
                  </a:cubicBezTo>
                  <a:lnTo>
                    <a:pt x="25" y="6501"/>
                  </a:lnTo>
                  <a:cubicBezTo>
                    <a:pt x="1" y="6585"/>
                    <a:pt x="13" y="6656"/>
                    <a:pt x="84" y="6704"/>
                  </a:cubicBezTo>
                  <a:cubicBezTo>
                    <a:pt x="120" y="6727"/>
                    <a:pt x="156" y="6727"/>
                    <a:pt x="191" y="6727"/>
                  </a:cubicBezTo>
                  <a:lnTo>
                    <a:pt x="1370" y="6727"/>
                  </a:lnTo>
                  <a:cubicBezTo>
                    <a:pt x="2061" y="7323"/>
                    <a:pt x="2942" y="7632"/>
                    <a:pt x="3847" y="7632"/>
                  </a:cubicBezTo>
                  <a:cubicBezTo>
                    <a:pt x="5966" y="7632"/>
                    <a:pt x="7680" y="5930"/>
                    <a:pt x="7680" y="3810"/>
                  </a:cubicBezTo>
                  <a:cubicBezTo>
                    <a:pt x="7680" y="3096"/>
                    <a:pt x="7454" y="2394"/>
                    <a:pt x="7085" y="1798"/>
                  </a:cubicBezTo>
                  <a:cubicBezTo>
                    <a:pt x="7052" y="1752"/>
                    <a:pt x="6997" y="1727"/>
                    <a:pt x="6940" y="1727"/>
                  </a:cubicBezTo>
                  <a:cubicBezTo>
                    <a:pt x="6894" y="1727"/>
                    <a:pt x="6848" y="1743"/>
                    <a:pt x="6811" y="1774"/>
                  </a:cubicBezTo>
                  <a:cubicBezTo>
                    <a:pt x="6752" y="1834"/>
                    <a:pt x="6752" y="1917"/>
                    <a:pt x="6787" y="1977"/>
                  </a:cubicBezTo>
                  <a:cubicBezTo>
                    <a:pt x="7133" y="2513"/>
                    <a:pt x="7323" y="3156"/>
                    <a:pt x="7323" y="3846"/>
                  </a:cubicBezTo>
                  <a:cubicBezTo>
                    <a:pt x="7323" y="5763"/>
                    <a:pt x="5764" y="7323"/>
                    <a:pt x="3835" y="7323"/>
                  </a:cubicBezTo>
                  <a:cubicBezTo>
                    <a:pt x="2989" y="7323"/>
                    <a:pt x="2168" y="7013"/>
                    <a:pt x="1537" y="6442"/>
                  </a:cubicBezTo>
                  <a:cubicBezTo>
                    <a:pt x="1501" y="6418"/>
                    <a:pt x="1453" y="6406"/>
                    <a:pt x="1418" y="6406"/>
                  </a:cubicBezTo>
                  <a:lnTo>
                    <a:pt x="430" y="6406"/>
                  </a:lnTo>
                  <a:lnTo>
                    <a:pt x="763" y="5596"/>
                  </a:lnTo>
                  <a:cubicBezTo>
                    <a:pt x="775" y="5549"/>
                    <a:pt x="775" y="5489"/>
                    <a:pt x="763" y="5453"/>
                  </a:cubicBezTo>
                  <a:cubicBezTo>
                    <a:pt x="489" y="4953"/>
                    <a:pt x="358" y="4394"/>
                    <a:pt x="358" y="3822"/>
                  </a:cubicBezTo>
                  <a:cubicBezTo>
                    <a:pt x="358" y="1905"/>
                    <a:pt x="1918" y="346"/>
                    <a:pt x="3835" y="346"/>
                  </a:cubicBezTo>
                  <a:cubicBezTo>
                    <a:pt x="4787" y="346"/>
                    <a:pt x="5656" y="727"/>
                    <a:pt x="6276" y="1346"/>
                  </a:cubicBezTo>
                  <a:cubicBezTo>
                    <a:pt x="6305" y="1376"/>
                    <a:pt x="6350" y="1390"/>
                    <a:pt x="6395" y="1390"/>
                  </a:cubicBezTo>
                  <a:cubicBezTo>
                    <a:pt x="6439" y="1390"/>
                    <a:pt x="6484" y="1376"/>
                    <a:pt x="6514" y="1346"/>
                  </a:cubicBezTo>
                  <a:cubicBezTo>
                    <a:pt x="6573" y="1262"/>
                    <a:pt x="6573" y="1167"/>
                    <a:pt x="6514" y="1108"/>
                  </a:cubicBezTo>
                  <a:cubicBezTo>
                    <a:pt x="5835" y="417"/>
                    <a:pt x="4882" y="0"/>
                    <a:pt x="38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62"/>
            <p:cNvSpPr/>
            <p:nvPr/>
          </p:nvSpPr>
          <p:spPr>
            <a:xfrm>
              <a:off x="1668235" y="4150437"/>
              <a:ext cx="153134" cy="151065"/>
            </a:xfrm>
            <a:custGeom>
              <a:avLst/>
              <a:gdLst/>
              <a:ahLst/>
              <a:cxnLst/>
              <a:rect l="l" t="t" r="r" b="b"/>
              <a:pathLst>
                <a:path w="4811" h="4746" extrusionOk="0">
                  <a:moveTo>
                    <a:pt x="1384" y="0"/>
                  </a:moveTo>
                  <a:cubicBezTo>
                    <a:pt x="1342" y="0"/>
                    <a:pt x="1304" y="18"/>
                    <a:pt x="1274" y="54"/>
                  </a:cubicBezTo>
                  <a:lnTo>
                    <a:pt x="274" y="1054"/>
                  </a:lnTo>
                  <a:cubicBezTo>
                    <a:pt x="36" y="1292"/>
                    <a:pt x="0" y="1661"/>
                    <a:pt x="202" y="1935"/>
                  </a:cubicBezTo>
                  <a:cubicBezTo>
                    <a:pt x="619" y="2495"/>
                    <a:pt x="1072" y="3031"/>
                    <a:pt x="1572" y="3531"/>
                  </a:cubicBezTo>
                  <a:cubicBezTo>
                    <a:pt x="1601" y="3560"/>
                    <a:pt x="1646" y="3575"/>
                    <a:pt x="1691" y="3575"/>
                  </a:cubicBezTo>
                  <a:cubicBezTo>
                    <a:pt x="1735" y="3575"/>
                    <a:pt x="1780" y="3560"/>
                    <a:pt x="1810" y="3531"/>
                  </a:cubicBezTo>
                  <a:cubicBezTo>
                    <a:pt x="1881" y="3447"/>
                    <a:pt x="1869" y="3352"/>
                    <a:pt x="1810" y="3293"/>
                  </a:cubicBezTo>
                  <a:cubicBezTo>
                    <a:pt x="1310" y="2816"/>
                    <a:pt x="869" y="2304"/>
                    <a:pt x="464" y="1745"/>
                  </a:cubicBezTo>
                  <a:cubicBezTo>
                    <a:pt x="381" y="1602"/>
                    <a:pt x="393" y="1423"/>
                    <a:pt x="500" y="1304"/>
                  </a:cubicBezTo>
                  <a:lnTo>
                    <a:pt x="1369" y="435"/>
                  </a:lnTo>
                  <a:lnTo>
                    <a:pt x="2107" y="1161"/>
                  </a:lnTo>
                  <a:lnTo>
                    <a:pt x="1750" y="1518"/>
                  </a:lnTo>
                  <a:cubicBezTo>
                    <a:pt x="1703" y="1566"/>
                    <a:pt x="1691" y="1638"/>
                    <a:pt x="1703" y="1697"/>
                  </a:cubicBezTo>
                  <a:cubicBezTo>
                    <a:pt x="1941" y="2400"/>
                    <a:pt x="2405" y="2876"/>
                    <a:pt x="3096" y="3090"/>
                  </a:cubicBezTo>
                  <a:cubicBezTo>
                    <a:pt x="3112" y="3097"/>
                    <a:pt x="3131" y="3100"/>
                    <a:pt x="3150" y="3100"/>
                  </a:cubicBezTo>
                  <a:cubicBezTo>
                    <a:pt x="3198" y="3100"/>
                    <a:pt x="3248" y="3080"/>
                    <a:pt x="3274" y="3054"/>
                  </a:cubicBezTo>
                  <a:lnTo>
                    <a:pt x="3631" y="2697"/>
                  </a:lnTo>
                  <a:lnTo>
                    <a:pt x="4370" y="3423"/>
                  </a:lnTo>
                  <a:lnTo>
                    <a:pt x="3489" y="4305"/>
                  </a:lnTo>
                  <a:cubicBezTo>
                    <a:pt x="3424" y="4369"/>
                    <a:pt x="3343" y="4402"/>
                    <a:pt x="3261" y="4402"/>
                  </a:cubicBezTo>
                  <a:cubicBezTo>
                    <a:pt x="3191" y="4402"/>
                    <a:pt x="3120" y="4378"/>
                    <a:pt x="3060" y="4328"/>
                  </a:cubicBezTo>
                  <a:cubicBezTo>
                    <a:pt x="2834" y="4162"/>
                    <a:pt x="2607" y="4007"/>
                    <a:pt x="2405" y="3828"/>
                  </a:cubicBezTo>
                  <a:cubicBezTo>
                    <a:pt x="2368" y="3801"/>
                    <a:pt x="2330" y="3789"/>
                    <a:pt x="2295" y="3789"/>
                  </a:cubicBezTo>
                  <a:cubicBezTo>
                    <a:pt x="2251" y="3789"/>
                    <a:pt x="2212" y="3807"/>
                    <a:pt x="2179" y="3840"/>
                  </a:cubicBezTo>
                  <a:cubicBezTo>
                    <a:pt x="2107" y="3912"/>
                    <a:pt x="2119" y="4031"/>
                    <a:pt x="2191" y="4090"/>
                  </a:cubicBezTo>
                  <a:cubicBezTo>
                    <a:pt x="2417" y="4269"/>
                    <a:pt x="2643" y="4447"/>
                    <a:pt x="2858" y="4614"/>
                  </a:cubicBezTo>
                  <a:cubicBezTo>
                    <a:pt x="2977" y="4697"/>
                    <a:pt x="3119" y="4745"/>
                    <a:pt x="3250" y="4745"/>
                  </a:cubicBezTo>
                  <a:cubicBezTo>
                    <a:pt x="3429" y="4745"/>
                    <a:pt x="3596" y="4674"/>
                    <a:pt x="3727" y="4555"/>
                  </a:cubicBezTo>
                  <a:lnTo>
                    <a:pt x="4727" y="3554"/>
                  </a:lnTo>
                  <a:cubicBezTo>
                    <a:pt x="4798" y="3495"/>
                    <a:pt x="4810" y="3423"/>
                    <a:pt x="4786" y="3352"/>
                  </a:cubicBezTo>
                  <a:cubicBezTo>
                    <a:pt x="4763" y="3328"/>
                    <a:pt x="4751" y="3304"/>
                    <a:pt x="4739" y="3293"/>
                  </a:cubicBezTo>
                  <a:lnTo>
                    <a:pt x="3774" y="2316"/>
                  </a:lnTo>
                  <a:cubicBezTo>
                    <a:pt x="3733" y="2280"/>
                    <a:pt x="3688" y="2263"/>
                    <a:pt x="3646" y="2263"/>
                  </a:cubicBezTo>
                  <a:cubicBezTo>
                    <a:pt x="3605" y="2263"/>
                    <a:pt x="3566" y="2280"/>
                    <a:pt x="3536" y="2316"/>
                  </a:cubicBezTo>
                  <a:lnTo>
                    <a:pt x="3131" y="2721"/>
                  </a:lnTo>
                  <a:cubicBezTo>
                    <a:pt x="2619" y="2531"/>
                    <a:pt x="2286" y="2185"/>
                    <a:pt x="2072" y="1661"/>
                  </a:cubicBezTo>
                  <a:lnTo>
                    <a:pt x="2477" y="1268"/>
                  </a:lnTo>
                  <a:cubicBezTo>
                    <a:pt x="2548" y="1185"/>
                    <a:pt x="2548" y="1090"/>
                    <a:pt x="2477" y="1030"/>
                  </a:cubicBezTo>
                  <a:lnTo>
                    <a:pt x="1512" y="54"/>
                  </a:lnTo>
                  <a:cubicBezTo>
                    <a:pt x="1470" y="18"/>
                    <a:pt x="1426" y="0"/>
                    <a:pt x="13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5" name="Google Shape;2385;p62"/>
          <p:cNvGrpSpPr/>
          <p:nvPr/>
        </p:nvGrpSpPr>
        <p:grpSpPr>
          <a:xfrm>
            <a:off x="7348228" y="4063226"/>
            <a:ext cx="345642" cy="345674"/>
            <a:chOff x="7228270" y="4056427"/>
            <a:chExt cx="345642" cy="345674"/>
          </a:xfrm>
        </p:grpSpPr>
        <p:sp>
          <p:nvSpPr>
            <p:cNvPr id="2386" name="Google Shape;2386;p62"/>
            <p:cNvSpPr/>
            <p:nvPr/>
          </p:nvSpPr>
          <p:spPr>
            <a:xfrm>
              <a:off x="7228270" y="4056427"/>
              <a:ext cx="345642" cy="345674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62"/>
            <p:cNvSpPr/>
            <p:nvPr/>
          </p:nvSpPr>
          <p:spPr>
            <a:xfrm>
              <a:off x="7269171" y="4129286"/>
              <a:ext cx="262661" cy="200052"/>
            </a:xfrm>
            <a:custGeom>
              <a:avLst/>
              <a:gdLst/>
              <a:ahLst/>
              <a:cxnLst/>
              <a:rect l="l" t="t" r="r" b="b"/>
              <a:pathLst>
                <a:path w="8252" h="6285" extrusionOk="0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62"/>
            <p:cNvSpPr/>
            <p:nvPr/>
          </p:nvSpPr>
          <p:spPr>
            <a:xfrm>
              <a:off x="7358996" y="4174103"/>
              <a:ext cx="105389" cy="110514"/>
            </a:xfrm>
            <a:custGeom>
              <a:avLst/>
              <a:gdLst/>
              <a:ahLst/>
              <a:cxnLst/>
              <a:rect l="l" t="t" r="r" b="b"/>
              <a:pathLst>
                <a:path w="3311" h="3472" extrusionOk="0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9" name="Google Shape;2389;p62"/>
          <p:cNvGrpSpPr/>
          <p:nvPr/>
        </p:nvGrpSpPr>
        <p:grpSpPr>
          <a:xfrm>
            <a:off x="7348222" y="3126901"/>
            <a:ext cx="346056" cy="345674"/>
            <a:chOff x="7228264" y="3120102"/>
            <a:chExt cx="346056" cy="345674"/>
          </a:xfrm>
        </p:grpSpPr>
        <p:sp>
          <p:nvSpPr>
            <p:cNvPr id="2390" name="Google Shape;2390;p62"/>
            <p:cNvSpPr/>
            <p:nvPr/>
          </p:nvSpPr>
          <p:spPr>
            <a:xfrm>
              <a:off x="7299238" y="3285823"/>
              <a:ext cx="118390" cy="122972"/>
            </a:xfrm>
            <a:custGeom>
              <a:avLst/>
              <a:gdLst/>
              <a:ahLst/>
              <a:cxnLst/>
              <a:rect l="l" t="t" r="r" b="b"/>
              <a:pathLst>
                <a:path w="106179" h="110289" extrusionOk="0">
                  <a:moveTo>
                    <a:pt x="19199" y="1"/>
                  </a:moveTo>
                  <a:cubicBezTo>
                    <a:pt x="18076" y="1"/>
                    <a:pt x="16954" y="466"/>
                    <a:pt x="16148" y="1404"/>
                  </a:cubicBezTo>
                  <a:cubicBezTo>
                    <a:pt x="5840" y="13310"/>
                    <a:pt x="1" y="28739"/>
                    <a:pt x="33" y="44494"/>
                  </a:cubicBezTo>
                  <a:cubicBezTo>
                    <a:pt x="33" y="62077"/>
                    <a:pt x="6916" y="78582"/>
                    <a:pt x="19442" y="91010"/>
                  </a:cubicBezTo>
                  <a:cubicBezTo>
                    <a:pt x="31968" y="103439"/>
                    <a:pt x="48572" y="110289"/>
                    <a:pt x="66252" y="110289"/>
                  </a:cubicBezTo>
                  <a:cubicBezTo>
                    <a:pt x="69546" y="110289"/>
                    <a:pt x="72939" y="110060"/>
                    <a:pt x="76201" y="109571"/>
                  </a:cubicBezTo>
                  <a:cubicBezTo>
                    <a:pt x="86248" y="108071"/>
                    <a:pt x="95675" y="104352"/>
                    <a:pt x="103895" y="98643"/>
                  </a:cubicBezTo>
                  <a:cubicBezTo>
                    <a:pt x="105983" y="97208"/>
                    <a:pt x="106179" y="94272"/>
                    <a:pt x="104417" y="92478"/>
                  </a:cubicBezTo>
                  <a:cubicBezTo>
                    <a:pt x="104384" y="92348"/>
                    <a:pt x="104384" y="92315"/>
                    <a:pt x="104352" y="92315"/>
                  </a:cubicBezTo>
                  <a:cubicBezTo>
                    <a:pt x="103555" y="91537"/>
                    <a:pt x="102517" y="91128"/>
                    <a:pt x="101470" y="91128"/>
                  </a:cubicBezTo>
                  <a:cubicBezTo>
                    <a:pt x="100673" y="91128"/>
                    <a:pt x="99870" y="91365"/>
                    <a:pt x="99165" y="91859"/>
                  </a:cubicBezTo>
                  <a:cubicBezTo>
                    <a:pt x="91956" y="96849"/>
                    <a:pt x="83769" y="100111"/>
                    <a:pt x="74994" y="101416"/>
                  </a:cubicBezTo>
                  <a:cubicBezTo>
                    <a:pt x="72091" y="101808"/>
                    <a:pt x="69155" y="102069"/>
                    <a:pt x="66252" y="102069"/>
                  </a:cubicBezTo>
                  <a:cubicBezTo>
                    <a:pt x="50757" y="102069"/>
                    <a:pt x="36176" y="96066"/>
                    <a:pt x="25216" y="85171"/>
                  </a:cubicBezTo>
                  <a:cubicBezTo>
                    <a:pt x="14256" y="74309"/>
                    <a:pt x="8221" y="59826"/>
                    <a:pt x="8188" y="44462"/>
                  </a:cubicBezTo>
                  <a:cubicBezTo>
                    <a:pt x="8188" y="30664"/>
                    <a:pt x="13277" y="17126"/>
                    <a:pt x="22313" y="6721"/>
                  </a:cubicBezTo>
                  <a:cubicBezTo>
                    <a:pt x="23650" y="5188"/>
                    <a:pt x="23650" y="2904"/>
                    <a:pt x="22248" y="1404"/>
                  </a:cubicBezTo>
                  <a:lnTo>
                    <a:pt x="22215" y="1338"/>
                  </a:lnTo>
                  <a:cubicBezTo>
                    <a:pt x="21407" y="449"/>
                    <a:pt x="20302" y="1"/>
                    <a:pt x="1919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62"/>
            <p:cNvSpPr/>
            <p:nvPr/>
          </p:nvSpPr>
          <p:spPr>
            <a:xfrm>
              <a:off x="7335391" y="3176892"/>
              <a:ext cx="167709" cy="195804"/>
            </a:xfrm>
            <a:custGeom>
              <a:avLst/>
              <a:gdLst/>
              <a:ahLst/>
              <a:cxnLst/>
              <a:rect l="l" t="t" r="r" b="b"/>
              <a:pathLst>
                <a:path w="150412" h="175609" extrusionOk="0">
                  <a:moveTo>
                    <a:pt x="63610" y="0"/>
                  </a:moveTo>
                  <a:cubicBezTo>
                    <a:pt x="61359" y="0"/>
                    <a:pt x="59532" y="1827"/>
                    <a:pt x="59532" y="4078"/>
                  </a:cubicBezTo>
                  <a:lnTo>
                    <a:pt x="59532" y="93228"/>
                  </a:lnTo>
                  <a:lnTo>
                    <a:pt x="59467" y="142060"/>
                  </a:lnTo>
                  <a:cubicBezTo>
                    <a:pt x="59467" y="153020"/>
                    <a:pt x="52421" y="162741"/>
                    <a:pt x="41950" y="166199"/>
                  </a:cubicBezTo>
                  <a:cubicBezTo>
                    <a:pt x="39320" y="167047"/>
                    <a:pt x="36616" y="167503"/>
                    <a:pt x="33881" y="167503"/>
                  </a:cubicBezTo>
                  <a:cubicBezTo>
                    <a:pt x="33462" y="167503"/>
                    <a:pt x="33042" y="167493"/>
                    <a:pt x="32621" y="167471"/>
                  </a:cubicBezTo>
                  <a:cubicBezTo>
                    <a:pt x="19181" y="166818"/>
                    <a:pt x="8515" y="155793"/>
                    <a:pt x="8319" y="142419"/>
                  </a:cubicBezTo>
                  <a:cubicBezTo>
                    <a:pt x="8221" y="135569"/>
                    <a:pt x="10798" y="129143"/>
                    <a:pt x="15593" y="124250"/>
                  </a:cubicBezTo>
                  <a:cubicBezTo>
                    <a:pt x="20454" y="119291"/>
                    <a:pt x="26978" y="116584"/>
                    <a:pt x="33926" y="116584"/>
                  </a:cubicBezTo>
                  <a:cubicBezTo>
                    <a:pt x="36633" y="116584"/>
                    <a:pt x="39373" y="117041"/>
                    <a:pt x="41983" y="117889"/>
                  </a:cubicBezTo>
                  <a:cubicBezTo>
                    <a:pt x="42399" y="118019"/>
                    <a:pt x="42825" y="118082"/>
                    <a:pt x="43246" y="118082"/>
                  </a:cubicBezTo>
                  <a:cubicBezTo>
                    <a:pt x="44409" y="118082"/>
                    <a:pt x="45540" y="117600"/>
                    <a:pt x="46354" y="116714"/>
                  </a:cubicBezTo>
                  <a:cubicBezTo>
                    <a:pt x="47006" y="115931"/>
                    <a:pt x="47332" y="114920"/>
                    <a:pt x="47332" y="113909"/>
                  </a:cubicBezTo>
                  <a:lnTo>
                    <a:pt x="47332" y="81028"/>
                  </a:lnTo>
                  <a:cubicBezTo>
                    <a:pt x="47332" y="79038"/>
                    <a:pt x="45865" y="77277"/>
                    <a:pt x="43875" y="76983"/>
                  </a:cubicBezTo>
                  <a:cubicBezTo>
                    <a:pt x="40547" y="76494"/>
                    <a:pt x="37220" y="76233"/>
                    <a:pt x="33926" y="76233"/>
                  </a:cubicBezTo>
                  <a:cubicBezTo>
                    <a:pt x="26651" y="76233"/>
                    <a:pt x="19638" y="77407"/>
                    <a:pt x="12984" y="79593"/>
                  </a:cubicBezTo>
                  <a:cubicBezTo>
                    <a:pt x="10831" y="80311"/>
                    <a:pt x="9820" y="82724"/>
                    <a:pt x="10831" y="84780"/>
                  </a:cubicBezTo>
                  <a:lnTo>
                    <a:pt x="10831" y="84812"/>
                  </a:lnTo>
                  <a:cubicBezTo>
                    <a:pt x="10961" y="85008"/>
                    <a:pt x="11092" y="85269"/>
                    <a:pt x="11157" y="85465"/>
                  </a:cubicBezTo>
                  <a:cubicBezTo>
                    <a:pt x="11790" y="86730"/>
                    <a:pt x="13091" y="87485"/>
                    <a:pt x="14435" y="87485"/>
                  </a:cubicBezTo>
                  <a:cubicBezTo>
                    <a:pt x="14823" y="87485"/>
                    <a:pt x="15214" y="87423"/>
                    <a:pt x="15593" y="87291"/>
                  </a:cubicBezTo>
                  <a:cubicBezTo>
                    <a:pt x="21400" y="85367"/>
                    <a:pt x="27565" y="84388"/>
                    <a:pt x="33860" y="84388"/>
                  </a:cubicBezTo>
                  <a:cubicBezTo>
                    <a:pt x="35622" y="84388"/>
                    <a:pt x="37383" y="84486"/>
                    <a:pt x="39145" y="84649"/>
                  </a:cubicBezTo>
                  <a:lnTo>
                    <a:pt x="39145" y="108853"/>
                  </a:lnTo>
                  <a:cubicBezTo>
                    <a:pt x="37383" y="108592"/>
                    <a:pt x="35622" y="108462"/>
                    <a:pt x="33860" y="108462"/>
                  </a:cubicBezTo>
                  <a:cubicBezTo>
                    <a:pt x="24727" y="108462"/>
                    <a:pt x="16180" y="112050"/>
                    <a:pt x="9787" y="118541"/>
                  </a:cubicBezTo>
                  <a:cubicBezTo>
                    <a:pt x="3426" y="124967"/>
                    <a:pt x="1" y="133481"/>
                    <a:pt x="99" y="142549"/>
                  </a:cubicBezTo>
                  <a:cubicBezTo>
                    <a:pt x="360" y="160197"/>
                    <a:pt x="14452" y="174712"/>
                    <a:pt x="32164" y="175561"/>
                  </a:cubicBezTo>
                  <a:cubicBezTo>
                    <a:pt x="32758" y="175593"/>
                    <a:pt x="33351" y="175609"/>
                    <a:pt x="33941" y="175609"/>
                  </a:cubicBezTo>
                  <a:cubicBezTo>
                    <a:pt x="37530" y="175609"/>
                    <a:pt x="41044" y="175018"/>
                    <a:pt x="44462" y="173897"/>
                  </a:cubicBezTo>
                  <a:cubicBezTo>
                    <a:pt x="58325" y="169330"/>
                    <a:pt x="67622" y="156543"/>
                    <a:pt x="67622" y="142027"/>
                  </a:cubicBezTo>
                  <a:lnTo>
                    <a:pt x="67687" y="93163"/>
                  </a:lnTo>
                  <a:lnTo>
                    <a:pt x="67687" y="8155"/>
                  </a:lnTo>
                  <a:lnTo>
                    <a:pt x="78321" y="8155"/>
                  </a:lnTo>
                  <a:cubicBezTo>
                    <a:pt x="81697" y="8133"/>
                    <a:pt x="85305" y="8095"/>
                    <a:pt x="88344" y="8095"/>
                  </a:cubicBezTo>
                  <a:cubicBezTo>
                    <a:pt x="89709" y="8095"/>
                    <a:pt x="90960" y="8103"/>
                    <a:pt x="92022" y="8123"/>
                  </a:cubicBezTo>
                  <a:cubicBezTo>
                    <a:pt x="93098" y="21073"/>
                    <a:pt x="98643" y="33110"/>
                    <a:pt x="107973" y="42374"/>
                  </a:cubicBezTo>
                  <a:cubicBezTo>
                    <a:pt x="117269" y="51573"/>
                    <a:pt x="129339" y="57053"/>
                    <a:pt x="142256" y="58031"/>
                  </a:cubicBezTo>
                  <a:cubicBezTo>
                    <a:pt x="142256" y="64131"/>
                    <a:pt x="142289" y="76005"/>
                    <a:pt x="142354" y="82333"/>
                  </a:cubicBezTo>
                  <a:cubicBezTo>
                    <a:pt x="133155" y="81876"/>
                    <a:pt x="124250" y="79821"/>
                    <a:pt x="115769" y="76233"/>
                  </a:cubicBezTo>
                  <a:cubicBezTo>
                    <a:pt x="109506" y="73624"/>
                    <a:pt x="103700" y="70198"/>
                    <a:pt x="98350" y="66088"/>
                  </a:cubicBezTo>
                  <a:cubicBezTo>
                    <a:pt x="97610" y="65524"/>
                    <a:pt x="96719" y="65238"/>
                    <a:pt x="95830" y="65238"/>
                  </a:cubicBezTo>
                  <a:cubicBezTo>
                    <a:pt x="95229" y="65238"/>
                    <a:pt x="94629" y="65369"/>
                    <a:pt x="94077" y="65632"/>
                  </a:cubicBezTo>
                  <a:cubicBezTo>
                    <a:pt x="92674" y="66284"/>
                    <a:pt x="91793" y="67752"/>
                    <a:pt x="91793" y="69318"/>
                  </a:cubicBezTo>
                  <a:lnTo>
                    <a:pt x="91956" y="142354"/>
                  </a:lnTo>
                  <a:cubicBezTo>
                    <a:pt x="91891" y="150443"/>
                    <a:pt x="90195" y="158272"/>
                    <a:pt x="86966" y="165514"/>
                  </a:cubicBezTo>
                  <a:cubicBezTo>
                    <a:pt x="86150" y="167308"/>
                    <a:pt x="86802" y="169428"/>
                    <a:pt x="88433" y="170472"/>
                  </a:cubicBezTo>
                  <a:cubicBezTo>
                    <a:pt x="88466" y="170472"/>
                    <a:pt x="88466" y="170505"/>
                    <a:pt x="88531" y="170505"/>
                  </a:cubicBezTo>
                  <a:cubicBezTo>
                    <a:pt x="89214" y="170960"/>
                    <a:pt x="89984" y="171174"/>
                    <a:pt x="90744" y="171174"/>
                  </a:cubicBezTo>
                  <a:cubicBezTo>
                    <a:pt x="92271" y="171174"/>
                    <a:pt x="93760" y="170311"/>
                    <a:pt x="94436" y="168808"/>
                  </a:cubicBezTo>
                  <a:cubicBezTo>
                    <a:pt x="98089" y="160555"/>
                    <a:pt x="100046" y="151650"/>
                    <a:pt x="100111" y="142354"/>
                  </a:cubicBezTo>
                  <a:lnTo>
                    <a:pt x="99850" y="77049"/>
                  </a:lnTo>
                  <a:lnTo>
                    <a:pt x="99850" y="77049"/>
                  </a:lnTo>
                  <a:cubicBezTo>
                    <a:pt x="103895" y="79593"/>
                    <a:pt x="108071" y="81844"/>
                    <a:pt x="112474" y="83670"/>
                  </a:cubicBezTo>
                  <a:cubicBezTo>
                    <a:pt x="123206" y="88205"/>
                    <a:pt x="134591" y="90521"/>
                    <a:pt x="146301" y="90521"/>
                  </a:cubicBezTo>
                  <a:cubicBezTo>
                    <a:pt x="147410" y="90521"/>
                    <a:pt x="148454" y="90097"/>
                    <a:pt x="149237" y="89346"/>
                  </a:cubicBezTo>
                  <a:cubicBezTo>
                    <a:pt x="149987" y="88563"/>
                    <a:pt x="150411" y="87552"/>
                    <a:pt x="150411" y="86443"/>
                  </a:cubicBezTo>
                  <a:lnTo>
                    <a:pt x="150379" y="70231"/>
                  </a:lnTo>
                  <a:lnTo>
                    <a:pt x="150313" y="54345"/>
                  </a:lnTo>
                  <a:cubicBezTo>
                    <a:pt x="150281" y="49974"/>
                    <a:pt x="146301" y="49942"/>
                    <a:pt x="146236" y="49942"/>
                  </a:cubicBezTo>
                  <a:cubicBezTo>
                    <a:pt x="120955" y="49942"/>
                    <a:pt x="100177" y="29358"/>
                    <a:pt x="99981" y="4045"/>
                  </a:cubicBezTo>
                  <a:cubicBezTo>
                    <a:pt x="99981" y="2121"/>
                    <a:pt x="98546" y="131"/>
                    <a:pt x="959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62"/>
            <p:cNvSpPr/>
            <p:nvPr/>
          </p:nvSpPr>
          <p:spPr>
            <a:xfrm>
              <a:off x="7228264" y="3120102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3" name="Google Shape;2393;p62"/>
          <p:cNvSpPr/>
          <p:nvPr/>
        </p:nvSpPr>
        <p:spPr>
          <a:xfrm>
            <a:off x="6006153" y="-215770"/>
            <a:ext cx="3540250" cy="1942975"/>
          </a:xfrm>
          <a:custGeom>
            <a:avLst/>
            <a:gdLst/>
            <a:ahLst/>
            <a:cxnLst/>
            <a:rect l="l" t="t" r="r" b="b"/>
            <a:pathLst>
              <a:path w="141610" h="77719" extrusionOk="0">
                <a:moveTo>
                  <a:pt x="0" y="0"/>
                </a:moveTo>
                <a:cubicBezTo>
                  <a:pt x="5285" y="3378"/>
                  <a:pt x="19629" y="16808"/>
                  <a:pt x="31708" y="20265"/>
                </a:cubicBezTo>
                <a:cubicBezTo>
                  <a:pt x="43787" y="23722"/>
                  <a:pt x="62819" y="13708"/>
                  <a:pt x="72474" y="20741"/>
                </a:cubicBezTo>
                <a:cubicBezTo>
                  <a:pt x="82129" y="27774"/>
                  <a:pt x="79706" y="55548"/>
                  <a:pt x="89639" y="62462"/>
                </a:cubicBezTo>
                <a:cubicBezTo>
                  <a:pt x="99572" y="69376"/>
                  <a:pt x="123412" y="59680"/>
                  <a:pt x="132074" y="62223"/>
                </a:cubicBezTo>
                <a:cubicBezTo>
                  <a:pt x="140736" y="64766"/>
                  <a:pt x="140021" y="75136"/>
                  <a:pt x="141610" y="77719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394" name="Google Shape;2394;p62"/>
          <p:cNvGrpSpPr/>
          <p:nvPr/>
        </p:nvGrpSpPr>
        <p:grpSpPr>
          <a:xfrm>
            <a:off x="7089209" y="784447"/>
            <a:ext cx="862500" cy="914700"/>
            <a:chOff x="860150" y="3120100"/>
            <a:chExt cx="862500" cy="914700"/>
          </a:xfrm>
        </p:grpSpPr>
        <p:sp>
          <p:nvSpPr>
            <p:cNvPr id="2395" name="Google Shape;2395;p62"/>
            <p:cNvSpPr/>
            <p:nvPr/>
          </p:nvSpPr>
          <p:spPr>
            <a:xfrm>
              <a:off x="860150" y="3120100"/>
              <a:ext cx="862500" cy="914700"/>
            </a:xfrm>
            <a:prstGeom prst="roundRect">
              <a:avLst>
                <a:gd name="adj" fmla="val 25127"/>
              </a:avLst>
            </a:prstGeom>
            <a:solidFill>
              <a:srgbClr val="F0F8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6" name="Google Shape;2396;p62"/>
            <p:cNvGrpSpPr/>
            <p:nvPr/>
          </p:nvGrpSpPr>
          <p:grpSpPr>
            <a:xfrm>
              <a:off x="1112174" y="3273992"/>
              <a:ext cx="358449" cy="606917"/>
              <a:chOff x="6988254" y="3240217"/>
              <a:chExt cx="358449" cy="606917"/>
            </a:xfrm>
          </p:grpSpPr>
          <p:sp>
            <p:nvSpPr>
              <p:cNvPr id="2397" name="Google Shape;2397;p62"/>
              <p:cNvSpPr/>
              <p:nvPr/>
            </p:nvSpPr>
            <p:spPr>
              <a:xfrm>
                <a:off x="6988254" y="3240217"/>
                <a:ext cx="358449" cy="358369"/>
              </a:xfrm>
              <a:custGeom>
                <a:avLst/>
                <a:gdLst/>
                <a:ahLst/>
                <a:cxnLst/>
                <a:rect l="l" t="t" r="r" b="b"/>
                <a:pathLst>
                  <a:path w="4439" h="4438" extrusionOk="0">
                    <a:moveTo>
                      <a:pt x="2219" y="0"/>
                    </a:moveTo>
                    <a:cubicBezTo>
                      <a:pt x="994" y="0"/>
                      <a:pt x="1" y="995"/>
                      <a:pt x="1" y="2219"/>
                    </a:cubicBezTo>
                    <a:cubicBezTo>
                      <a:pt x="1" y="3445"/>
                      <a:pt x="994" y="4438"/>
                      <a:pt x="2219" y="4438"/>
                    </a:cubicBezTo>
                    <a:cubicBezTo>
                      <a:pt x="3445" y="4438"/>
                      <a:pt x="4438" y="3445"/>
                      <a:pt x="4438" y="2219"/>
                    </a:cubicBezTo>
                    <a:cubicBezTo>
                      <a:pt x="4438" y="995"/>
                      <a:pt x="3445" y="0"/>
                      <a:pt x="22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62"/>
              <p:cNvSpPr/>
              <p:nvPr/>
            </p:nvSpPr>
            <p:spPr>
              <a:xfrm>
                <a:off x="7089433" y="3328880"/>
                <a:ext cx="156171" cy="156171"/>
              </a:xfrm>
              <a:custGeom>
                <a:avLst/>
                <a:gdLst/>
                <a:ahLst/>
                <a:cxnLst/>
                <a:rect l="l" t="t" r="r" b="b"/>
                <a:pathLst>
                  <a:path w="1934" h="1934" extrusionOk="0">
                    <a:moveTo>
                      <a:pt x="966" y="0"/>
                    </a:moveTo>
                    <a:cubicBezTo>
                      <a:pt x="432" y="0"/>
                      <a:pt x="0" y="434"/>
                      <a:pt x="0" y="968"/>
                    </a:cubicBezTo>
                    <a:cubicBezTo>
                      <a:pt x="0" y="1502"/>
                      <a:pt x="432" y="1934"/>
                      <a:pt x="966" y="1934"/>
                    </a:cubicBezTo>
                    <a:cubicBezTo>
                      <a:pt x="1500" y="1934"/>
                      <a:pt x="1934" y="1502"/>
                      <a:pt x="1934" y="968"/>
                    </a:cubicBezTo>
                    <a:cubicBezTo>
                      <a:pt x="1934" y="434"/>
                      <a:pt x="1500" y="0"/>
                      <a:pt x="9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62"/>
              <p:cNvSpPr/>
              <p:nvPr/>
            </p:nvSpPr>
            <p:spPr>
              <a:xfrm>
                <a:off x="7004807" y="3494660"/>
                <a:ext cx="325342" cy="352474"/>
              </a:xfrm>
              <a:custGeom>
                <a:avLst/>
                <a:gdLst/>
                <a:ahLst/>
                <a:cxnLst/>
                <a:rect l="l" t="t" r="r" b="b"/>
                <a:pathLst>
                  <a:path w="4029" h="4365" extrusionOk="0">
                    <a:moveTo>
                      <a:pt x="1" y="0"/>
                    </a:moveTo>
                    <a:lnTo>
                      <a:pt x="2014" y="4364"/>
                    </a:lnTo>
                    <a:lnTo>
                      <a:pt x="40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50" name="Google Shape;2450;p62"/>
          <p:cNvSpPr/>
          <p:nvPr/>
        </p:nvSpPr>
        <p:spPr>
          <a:xfrm>
            <a:off x="-460975" y="-1196667"/>
            <a:ext cx="1871566" cy="5367648"/>
          </a:xfrm>
          <a:custGeom>
            <a:avLst/>
            <a:gdLst/>
            <a:ahLst/>
            <a:cxnLst/>
            <a:rect l="l" t="t" r="r" b="b"/>
            <a:pathLst>
              <a:path w="51537" h="147808" extrusionOk="0">
                <a:moveTo>
                  <a:pt x="49826" y="0"/>
                </a:moveTo>
                <a:cubicBezTo>
                  <a:pt x="50025" y="3655"/>
                  <a:pt x="52568" y="14780"/>
                  <a:pt x="51018" y="21932"/>
                </a:cubicBezTo>
                <a:cubicBezTo>
                  <a:pt x="49468" y="29084"/>
                  <a:pt x="43190" y="35839"/>
                  <a:pt x="40528" y="42912"/>
                </a:cubicBezTo>
                <a:cubicBezTo>
                  <a:pt x="37866" y="49985"/>
                  <a:pt x="36197" y="55150"/>
                  <a:pt x="35045" y="64368"/>
                </a:cubicBezTo>
                <a:cubicBezTo>
                  <a:pt x="33893" y="73586"/>
                  <a:pt x="37628" y="88844"/>
                  <a:pt x="33615" y="98221"/>
                </a:cubicBezTo>
                <a:cubicBezTo>
                  <a:pt x="29602" y="107598"/>
                  <a:pt x="14582" y="113279"/>
                  <a:pt x="10966" y="120630"/>
                </a:cubicBezTo>
                <a:cubicBezTo>
                  <a:pt x="7350" y="127981"/>
                  <a:pt x="13748" y="137795"/>
                  <a:pt x="11920" y="142325"/>
                </a:cubicBezTo>
                <a:cubicBezTo>
                  <a:pt x="10092" y="146855"/>
                  <a:pt x="1987" y="146894"/>
                  <a:pt x="0" y="147808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51" name="Google Shape;2451;p62">
            <a:hlinkClick r:id="" action="ppaction://hlinkshowjump?jump=nextslide"/>
          </p:cNvPr>
          <p:cNvSpPr/>
          <p:nvPr/>
        </p:nvSpPr>
        <p:spPr>
          <a:xfrm>
            <a:off x="389075" y="1652494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2" name="Google Shape;2452;p62">
            <a:hlinkClick r:id="" action="ppaction://hlinkshowjump?jump=previousslide"/>
          </p:cNvPr>
          <p:cNvSpPr/>
          <p:nvPr/>
        </p:nvSpPr>
        <p:spPr>
          <a:xfrm>
            <a:off x="389425" y="123280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3" name="Google Shape;2453;p62">
            <a:hlinkClick r:id="rId3" action="ppaction://hlinksldjump"/>
          </p:cNvPr>
          <p:cNvSpPr/>
          <p:nvPr/>
        </p:nvSpPr>
        <p:spPr>
          <a:xfrm>
            <a:off x="389425" y="413775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54" name="Google Shape;2454;p62"/>
          <p:cNvGrpSpPr/>
          <p:nvPr/>
        </p:nvGrpSpPr>
        <p:grpSpPr>
          <a:xfrm>
            <a:off x="480570" y="460939"/>
            <a:ext cx="271609" cy="249173"/>
            <a:chOff x="6319908" y="3696721"/>
            <a:chExt cx="373963" cy="343119"/>
          </a:xfrm>
        </p:grpSpPr>
        <p:sp>
          <p:nvSpPr>
            <p:cNvPr id="2455" name="Google Shape;2455;p62"/>
            <p:cNvSpPr/>
            <p:nvPr/>
          </p:nvSpPr>
          <p:spPr>
            <a:xfrm>
              <a:off x="6366016" y="3736813"/>
              <a:ext cx="281562" cy="303027"/>
            </a:xfrm>
            <a:custGeom>
              <a:avLst/>
              <a:gdLst/>
              <a:ahLst/>
              <a:cxnLst/>
              <a:rect l="l" t="t" r="r" b="b"/>
              <a:pathLst>
                <a:path w="10717" h="11534" extrusionOk="0">
                  <a:moveTo>
                    <a:pt x="5359" y="1"/>
                  </a:moveTo>
                  <a:cubicBezTo>
                    <a:pt x="5333" y="1"/>
                    <a:pt x="5307" y="9"/>
                    <a:pt x="5286" y="27"/>
                  </a:cubicBezTo>
                  <a:lnTo>
                    <a:pt x="0" y="4625"/>
                  </a:lnTo>
                  <a:lnTo>
                    <a:pt x="0" y="11222"/>
                  </a:lnTo>
                  <a:cubicBezTo>
                    <a:pt x="0" y="11395"/>
                    <a:pt x="146" y="11534"/>
                    <a:pt x="319" y="11534"/>
                  </a:cubicBezTo>
                  <a:lnTo>
                    <a:pt x="10405" y="11534"/>
                  </a:lnTo>
                  <a:cubicBezTo>
                    <a:pt x="10578" y="11534"/>
                    <a:pt x="10717" y="11395"/>
                    <a:pt x="10717" y="11222"/>
                  </a:cubicBezTo>
                  <a:lnTo>
                    <a:pt x="10717" y="4625"/>
                  </a:lnTo>
                  <a:lnTo>
                    <a:pt x="5431" y="27"/>
                  </a:lnTo>
                  <a:cubicBezTo>
                    <a:pt x="5411" y="9"/>
                    <a:pt x="5385" y="1"/>
                    <a:pt x="535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62"/>
            <p:cNvSpPr/>
            <p:nvPr/>
          </p:nvSpPr>
          <p:spPr>
            <a:xfrm>
              <a:off x="6467691" y="3889298"/>
              <a:ext cx="85123" cy="150541"/>
            </a:xfrm>
            <a:custGeom>
              <a:avLst/>
              <a:gdLst/>
              <a:ahLst/>
              <a:cxnLst/>
              <a:rect l="l" t="t" r="r" b="b"/>
              <a:pathLst>
                <a:path w="3240" h="5730" extrusionOk="0">
                  <a:moveTo>
                    <a:pt x="292" y="0"/>
                  </a:moveTo>
                  <a:cubicBezTo>
                    <a:pt x="133" y="0"/>
                    <a:pt x="1" y="132"/>
                    <a:pt x="1" y="292"/>
                  </a:cubicBezTo>
                  <a:lnTo>
                    <a:pt x="1" y="5730"/>
                  </a:lnTo>
                  <a:lnTo>
                    <a:pt x="3240" y="5730"/>
                  </a:lnTo>
                  <a:lnTo>
                    <a:pt x="3240" y="292"/>
                  </a:lnTo>
                  <a:cubicBezTo>
                    <a:pt x="3240" y="132"/>
                    <a:pt x="3108" y="0"/>
                    <a:pt x="29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62"/>
            <p:cNvSpPr/>
            <p:nvPr/>
          </p:nvSpPr>
          <p:spPr>
            <a:xfrm>
              <a:off x="6319908" y="3696721"/>
              <a:ext cx="373963" cy="165096"/>
            </a:xfrm>
            <a:custGeom>
              <a:avLst/>
              <a:gdLst/>
              <a:ahLst/>
              <a:cxnLst/>
              <a:rect l="l" t="t" r="r" b="b"/>
              <a:pathLst>
                <a:path w="14234" h="6284" extrusionOk="0">
                  <a:moveTo>
                    <a:pt x="7114" y="1"/>
                  </a:moveTo>
                  <a:cubicBezTo>
                    <a:pt x="7088" y="1"/>
                    <a:pt x="7062" y="9"/>
                    <a:pt x="7041" y="27"/>
                  </a:cubicBezTo>
                  <a:lnTo>
                    <a:pt x="77" y="6089"/>
                  </a:lnTo>
                  <a:cubicBezTo>
                    <a:pt x="1" y="6158"/>
                    <a:pt x="49" y="6283"/>
                    <a:pt x="153" y="6283"/>
                  </a:cubicBezTo>
                  <a:lnTo>
                    <a:pt x="1762" y="6283"/>
                  </a:lnTo>
                  <a:lnTo>
                    <a:pt x="7041" y="1691"/>
                  </a:lnTo>
                  <a:cubicBezTo>
                    <a:pt x="7062" y="1674"/>
                    <a:pt x="7088" y="1665"/>
                    <a:pt x="7114" y="1665"/>
                  </a:cubicBezTo>
                  <a:cubicBezTo>
                    <a:pt x="7140" y="1665"/>
                    <a:pt x="7166" y="1674"/>
                    <a:pt x="7186" y="1691"/>
                  </a:cubicBezTo>
                  <a:lnTo>
                    <a:pt x="12472" y="6283"/>
                  </a:lnTo>
                  <a:lnTo>
                    <a:pt x="14081" y="6283"/>
                  </a:lnTo>
                  <a:cubicBezTo>
                    <a:pt x="14185" y="6283"/>
                    <a:pt x="14234" y="6158"/>
                    <a:pt x="14150" y="6089"/>
                  </a:cubicBezTo>
                  <a:lnTo>
                    <a:pt x="7186" y="27"/>
                  </a:lnTo>
                  <a:cubicBezTo>
                    <a:pt x="7166" y="9"/>
                    <a:pt x="7140" y="1"/>
                    <a:pt x="71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58" name="Google Shape;2458;p62"/>
          <p:cNvSpPr/>
          <p:nvPr/>
        </p:nvSpPr>
        <p:spPr>
          <a:xfrm>
            <a:off x="521525" y="1699594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9" name="Google Shape;2459;p62"/>
          <p:cNvSpPr/>
          <p:nvPr/>
        </p:nvSpPr>
        <p:spPr>
          <a:xfrm rot="10800000">
            <a:off x="521875" y="1279905"/>
            <a:ext cx="189000" cy="2493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0" name="Google Shape;2460;p62">
            <a:hlinkClick r:id="rId4" action="ppaction://hlinksldjump"/>
          </p:cNvPr>
          <p:cNvSpPr/>
          <p:nvPr/>
        </p:nvSpPr>
        <p:spPr>
          <a:xfrm>
            <a:off x="389425" y="820863"/>
            <a:ext cx="453900" cy="343500"/>
          </a:xfrm>
          <a:prstGeom prst="roundRect">
            <a:avLst>
              <a:gd name="adj" fmla="val 29059"/>
            </a:avLst>
          </a:prstGeom>
          <a:solidFill>
            <a:schemeClr val="accent5"/>
          </a:solidFill>
          <a:ln>
            <a:noFill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61" name="Google Shape;2461;p62"/>
          <p:cNvGrpSpPr/>
          <p:nvPr/>
        </p:nvGrpSpPr>
        <p:grpSpPr>
          <a:xfrm>
            <a:off x="521795" y="932476"/>
            <a:ext cx="189159" cy="120273"/>
            <a:chOff x="404850" y="546850"/>
            <a:chExt cx="181500" cy="115425"/>
          </a:xfrm>
        </p:grpSpPr>
        <p:cxnSp>
          <p:nvCxnSpPr>
            <p:cNvPr id="2462" name="Google Shape;2462;p62"/>
            <p:cNvCxnSpPr/>
            <p:nvPr/>
          </p:nvCxnSpPr>
          <p:spPr>
            <a:xfrm>
              <a:off x="404850" y="5468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3" name="Google Shape;2463;p62"/>
            <p:cNvCxnSpPr/>
            <p:nvPr/>
          </p:nvCxnSpPr>
          <p:spPr>
            <a:xfrm>
              <a:off x="404850" y="606550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4" name="Google Shape;2464;p62"/>
            <p:cNvCxnSpPr/>
            <p:nvPr/>
          </p:nvCxnSpPr>
          <p:spPr>
            <a:xfrm>
              <a:off x="404850" y="662275"/>
              <a:ext cx="181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7332D24-7451-7BB4-D0D2-B99CC8A9AF7A}"/>
              </a:ext>
            </a:extLst>
          </p:cNvPr>
          <p:cNvSpPr/>
          <p:nvPr/>
        </p:nvSpPr>
        <p:spPr>
          <a:xfrm>
            <a:off x="3158197" y="3327144"/>
            <a:ext cx="2940148" cy="82329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4" name="Google Shape;2364;p62"/>
          <p:cNvSpPr txBox="1">
            <a:spLocks noGrp="1"/>
          </p:cNvSpPr>
          <p:nvPr>
            <p:ph type="subTitle" idx="1"/>
          </p:nvPr>
        </p:nvSpPr>
        <p:spPr>
          <a:xfrm>
            <a:off x="2760787" y="3981519"/>
            <a:ext cx="34515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Имате някакви въпроси?</a:t>
            </a:r>
            <a:r>
              <a:rPr lang="en" dirty="0"/>
              <a:t> </a:t>
            </a:r>
            <a:endParaRPr lang="bg-BG" dirty="0"/>
          </a:p>
          <a:p>
            <a:pPr marL="0" lvl="0" indent="0"/>
            <a:r>
              <a:rPr lang="en-US" dirty="0"/>
              <a:t>contact@parkvision.bg</a:t>
            </a:r>
            <a:endParaRPr lang="bg-BG" dirty="0"/>
          </a:p>
          <a:p>
            <a:pPr marL="0" lvl="0" indent="0"/>
            <a:r>
              <a:rPr lang="en-US" dirty="0"/>
              <a:t>+359 56 123 456</a:t>
            </a:r>
            <a:endParaRPr lang="bg-BG" dirty="0"/>
          </a:p>
        </p:txBody>
      </p:sp>
      <p:sp>
        <p:nvSpPr>
          <p:cNvPr id="3" name="Google Shape;2363;p62">
            <a:extLst>
              <a:ext uri="{FF2B5EF4-FFF2-40B4-BE49-F238E27FC236}">
                <a16:creationId xmlns:a16="http://schemas.microsoft.com/office/drawing/2014/main" id="{B919CBAF-3F3D-31E4-67BD-476CAB44DF1C}"/>
              </a:ext>
            </a:extLst>
          </p:cNvPr>
          <p:cNvSpPr txBox="1">
            <a:spLocks/>
          </p:cNvSpPr>
          <p:nvPr/>
        </p:nvSpPr>
        <p:spPr>
          <a:xfrm>
            <a:off x="1865850" y="2727422"/>
            <a:ext cx="5280359" cy="388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mbh Sans SemiBold"/>
              <a:buNone/>
              <a:defRPr sz="85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mbh Sans SemiBold"/>
              <a:buNone/>
              <a:defRPr sz="52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mbh Sans SemiBold"/>
              <a:buNone/>
              <a:defRPr sz="52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mbh Sans SemiBold"/>
              <a:buNone/>
              <a:defRPr sz="52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mbh Sans SemiBold"/>
              <a:buNone/>
              <a:defRPr sz="52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mbh Sans SemiBold"/>
              <a:buNone/>
              <a:defRPr sz="52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mbh Sans SemiBold"/>
              <a:buNone/>
              <a:defRPr sz="52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mbh Sans SemiBold"/>
              <a:buNone/>
              <a:defRPr sz="52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mbh Sans SemiBold"/>
              <a:buNone/>
              <a:defRPr sz="5200" b="0" i="0" u="none" strike="noStrike" cap="none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9pPr>
          </a:lstStyle>
          <a:p>
            <a:r>
              <a:rPr lang="de-DE" sz="5400" dirty="0">
                <a:solidFill>
                  <a:schemeClr val="accent2"/>
                </a:solidFill>
              </a:rPr>
              <a:t>ParkMate</a:t>
            </a:r>
            <a:r>
              <a:rPr lang="de-DE" sz="5400" dirty="0"/>
              <a:t> </a:t>
            </a:r>
            <a:r>
              <a:rPr lang="bg-BG" sz="5400" dirty="0"/>
              <a:t>– </a:t>
            </a:r>
            <a:r>
              <a:rPr lang="bg-BG" sz="3200" dirty="0"/>
              <a:t>без напрежение с решение </a:t>
            </a:r>
            <a:endParaRPr lang="bg-BG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king Finder App Pitch Deck by Slidesgo">
  <a:themeElements>
    <a:clrScheme name="Simple Light">
      <a:dk1>
        <a:srgbClr val="073763"/>
      </a:dk1>
      <a:lt1>
        <a:srgbClr val="0B5394"/>
      </a:lt1>
      <a:dk2>
        <a:srgbClr val="3D85C6"/>
      </a:dk2>
      <a:lt2>
        <a:srgbClr val="6FA8DC"/>
      </a:lt2>
      <a:accent1>
        <a:srgbClr val="EE375F"/>
      </a:accent1>
      <a:accent2>
        <a:srgbClr val="FF5F6C"/>
      </a:accent2>
      <a:accent3>
        <a:srgbClr val="D4AF3D"/>
      </a:accent3>
      <a:accent4>
        <a:srgbClr val="BEA02F"/>
      </a:accent4>
      <a:accent5>
        <a:srgbClr val="F0F8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62</Words>
  <Application>Microsoft Office PowerPoint</Application>
  <PresentationFormat>On-screen Show (16:9)</PresentationFormat>
  <Paragraphs>17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Albert Sans</vt:lpstr>
      <vt:lpstr>Kumbh Sans</vt:lpstr>
      <vt:lpstr>Kumbh Sans Medium</vt:lpstr>
      <vt:lpstr>Arial</vt:lpstr>
      <vt:lpstr>Kumbh Sans SemiBold</vt:lpstr>
      <vt:lpstr>Parking Finder App Pitch Deck by Slidesgo</vt:lpstr>
      <vt:lpstr>ParkMate </vt:lpstr>
      <vt:lpstr>Проблем срещу решение</vt:lpstr>
      <vt:lpstr>Колко време средно отнема намирането на свободно паркомясто?</vt:lpstr>
      <vt:lpstr>Предимства и ползи</vt:lpstr>
      <vt:lpstr>Нашето демо</vt:lpstr>
      <vt:lpstr>PowerPoint Presentation</vt:lpstr>
      <vt:lpstr>Как реагираха хората от Бургас на нашата идея?</vt:lpstr>
      <vt:lpstr>PowerPoint Presentation</vt:lpstr>
      <vt:lpstr>Благодарим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Iveta Noneva</dc:creator>
  <cp:lastModifiedBy>Ивета Христова Нонева</cp:lastModifiedBy>
  <cp:revision>4</cp:revision>
  <dcterms:modified xsi:type="dcterms:W3CDTF">2026-02-26T11:53:09Z</dcterms:modified>
</cp:coreProperties>
</file>